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90BBA-01D8-50C3-9A27-023732B83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9A5EF-C13B-E545-573C-C6F43B35B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4046E-8B6A-AFF3-EBB2-8198ED1CC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A8927B-DBA1-6022-B1D8-9B7804CC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A5E54-B98F-9248-0FAF-F5BA641D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04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4CB47-BECF-8009-DF16-09CE3861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82882E-54D3-7EFF-96F2-A178A6ADB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FCBF0-F32A-5CE6-761E-511360C5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815793-72D2-854F-D43B-55899851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830F70-E21F-444B-5BE4-CF6A19B3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406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82195-9CEF-D8E3-1C41-E99F49FC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680DA-BFD0-FAEE-9378-778157E68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1C755-2BDB-B6E6-1BB2-EA1F7BCC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31FD64-8C8E-D26E-1B64-D76AE3D2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53768F-674D-20F9-2EC1-A0DAF84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369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F081A-3675-E679-4FC3-2184E12C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F7028-2B48-D2DC-FD91-8D89664E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E01D87-2FBD-6FF2-693D-DDFCB65F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863D2-906D-970C-98D7-3766A180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2546DD-AEDF-F4C1-FD51-22DD98A0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E2859D-A356-C7F9-FE96-D047A8BC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026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2A1E8-6950-55E1-4470-29BB1FE0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16B243-29C5-14BF-823D-EE66F1F0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1F19F-7320-B196-8CF3-2DA51D710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34E78B-C510-2C23-0425-1FA7D9AD4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681B8A-E2BA-851C-6D0E-F1D7BDFF5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5D96FF-96D5-130E-04AC-BD010EA3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623626-9529-7F57-6588-C7219C38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3ED1A5-CAB2-61A4-58A0-C9591675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10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B3B07-5265-2576-DC34-5D72809A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EC4D3A-AC78-8AAC-9CC4-3A6BB565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838139-08AD-F31E-7480-9DB128DE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BF4DD6-C348-75B6-DBC3-7936033F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583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D97808-46F4-0CEA-F0EA-72190FE6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D9A576-BFDD-6CA8-F5CB-6275EC16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3101F2-BF75-12DB-43FF-A88CD7EE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636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46D4A-7966-8ACD-11F7-7559BD33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80849A-457A-73B6-3010-730D2A1E9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662724-B44B-957D-E32E-E1F6BB66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1B65BF-F29C-1668-8810-15C83E62F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480CE2-30B5-C62B-EFAF-C21E8907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5A1BB1-996D-E6B1-ADC6-DFFFD64E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28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9730D-BF32-7EB8-BB4D-38599A3D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D958AF-C4DC-4B6F-A295-F3129D74A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B77AE6-A0E8-A27A-F164-2B7E9C67B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F3F51B-497F-A294-324C-09449CE7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C7C9F8-AA61-80FB-228E-D23148CF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8DC7E0-0174-E9B9-0DCF-6A30B09C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104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58623-AACD-34FE-B921-75FF373A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66CE76-54C0-21D0-F5CB-418F0FBA2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14989-F9A5-055C-7F8D-0C38D49C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F0896-F51B-222A-BBCA-5EBDA991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9927E-0EFF-0011-5258-E37E5EC1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289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2D184E-3479-9F98-8911-AA9268D0F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6E1233-9AA2-7C93-DF11-F31201FFA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195528-3F3B-9E37-4B2D-2F9E2AD9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C86CF9-720A-EB83-7A68-A673EA0D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FEE43-1254-F23E-879E-2432C7F5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373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E7638-5DC1-96CA-D388-E847B758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E743D0-3525-AEB4-9B0F-48EC1833C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9404B-637C-3B1B-F52E-F918D77FB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E9CB2-20FA-4CA4-92E5-F72171B095DD}" type="datetimeFigureOut">
              <a:rPr lang="es-CL" smtClean="0"/>
              <a:t>18-06-2024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7BD05-8A00-092C-F1DF-DC10A3B2B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B75B-4B4A-9C03-1E7F-364C87C6C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868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6688C0E4-9DE1-4AED-AF1D-222C61C5EE95}"/>
              </a:ext>
            </a:extLst>
          </p:cNvPr>
          <p:cNvGrpSpPr/>
          <p:nvPr/>
        </p:nvGrpSpPr>
        <p:grpSpPr>
          <a:xfrm>
            <a:off x="2087385" y="1622324"/>
            <a:ext cx="7873878" cy="2659528"/>
            <a:chOff x="2087385" y="1622324"/>
            <a:chExt cx="7873878" cy="2659528"/>
          </a:xfrm>
        </p:grpSpPr>
        <p:pic>
          <p:nvPicPr>
            <p:cNvPr id="5" name="Imagen 4" descr="Interfaz de usuario gráfica, Diagrama&#10;&#10;Descripción generada automáticamente">
              <a:extLst>
                <a:ext uri="{FF2B5EF4-FFF2-40B4-BE49-F238E27FC236}">
                  <a16:creationId xmlns:a16="http://schemas.microsoft.com/office/drawing/2014/main" id="{BCA2CC9E-88A2-3D20-A16E-6CE1C143B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385" y="1622324"/>
              <a:ext cx="7873878" cy="2659528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9E685CD-7598-888C-3EC7-90FAC4429815}"/>
                </a:ext>
              </a:extLst>
            </p:cNvPr>
            <p:cNvSpPr/>
            <p:nvPr/>
          </p:nvSpPr>
          <p:spPr>
            <a:xfrm>
              <a:off x="4847303" y="2458065"/>
              <a:ext cx="1120878" cy="491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3966946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Duarte</dc:creator>
  <cp:lastModifiedBy>Gabriel Duarte</cp:lastModifiedBy>
  <cp:revision>1</cp:revision>
  <dcterms:created xsi:type="dcterms:W3CDTF">2024-06-18T18:36:06Z</dcterms:created>
  <dcterms:modified xsi:type="dcterms:W3CDTF">2024-06-18T19:00:23Z</dcterms:modified>
</cp:coreProperties>
</file>