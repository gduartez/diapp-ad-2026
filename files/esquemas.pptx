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103" r:id="rId3"/>
    <p:sldId id="2110" r:id="rId4"/>
    <p:sldId id="211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333B"/>
    <a:srgbClr val="2E306B"/>
    <a:srgbClr val="CB767A"/>
    <a:srgbClr val="6F71A1"/>
    <a:srgbClr val="E6BB5B"/>
    <a:srgbClr val="7274C4"/>
    <a:srgbClr val="328A73"/>
    <a:srgbClr val="3B3D8D"/>
    <a:srgbClr val="2B2D66"/>
    <a:srgbClr val="EFB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36284-076E-4318-9D26-6F37A422822B}" v="7610" dt="2026-04-10T18:57:42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3" autoAdjust="0"/>
    <p:restoredTop sz="94673" autoAdjust="0"/>
  </p:normalViewPr>
  <p:slideViewPr>
    <p:cSldViewPr snapToGrid="0">
      <p:cViewPr varScale="1">
        <p:scale>
          <a:sx n="81" d="100"/>
          <a:sy n="81" d="100"/>
        </p:scale>
        <p:origin x="8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Duarte" userId="adc5106b-298c-42f1-8071-2e1f4982a464" providerId="ADAL" clId="{B8F7E7C7-2A9D-4395-91F6-3F24DE2469EE}"/>
    <pc:docChg chg="undo custSel addSld delSld modSld sldOrd modMainMaster addSection delSection">
      <pc:chgData name="Gabriel Duarte" userId="adc5106b-298c-42f1-8071-2e1f4982a464" providerId="ADAL" clId="{B8F7E7C7-2A9D-4395-91F6-3F24DE2469EE}" dt="2026-04-10T18:57:42.688" v="25944" actId="20577"/>
      <pc:docMkLst>
        <pc:docMk/>
      </pc:docMkLst>
      <pc:sldChg chg="addSp modSp mod">
        <pc:chgData name="Gabriel Duarte" userId="adc5106b-298c-42f1-8071-2e1f4982a464" providerId="ADAL" clId="{B8F7E7C7-2A9D-4395-91F6-3F24DE2469EE}" dt="2026-04-09T20:27:30.457" v="25175" actId="20577"/>
        <pc:sldMkLst>
          <pc:docMk/>
          <pc:sldMk cId="3681260674" sldId="256"/>
        </pc:sldMkLst>
        <pc:spChg chg="mod">
          <ac:chgData name="Gabriel Duarte" userId="adc5106b-298c-42f1-8071-2e1f4982a464" providerId="ADAL" clId="{B8F7E7C7-2A9D-4395-91F6-3F24DE2469EE}" dt="2026-04-08T17:01:53.515" v="12311" actId="20577"/>
          <ac:spMkLst>
            <pc:docMk/>
            <pc:sldMk cId="3681260674" sldId="256"/>
            <ac:spMk id="2" creationId="{F268E430-A42A-0347-F9D0-EDB28E22AD96}"/>
          </ac:spMkLst>
        </pc:spChg>
        <pc:spChg chg="mod">
          <ac:chgData name="Gabriel Duarte" userId="adc5106b-298c-42f1-8071-2e1f4982a464" providerId="ADAL" clId="{B8F7E7C7-2A9D-4395-91F6-3F24DE2469EE}" dt="2026-04-09T20:27:30.457" v="25175" actId="20577"/>
          <ac:spMkLst>
            <pc:docMk/>
            <pc:sldMk cId="3681260674" sldId="256"/>
            <ac:spMk id="3" creationId="{22B31573-E30D-CA54-6704-7EB6B6ABDEEA}"/>
          </ac:spMkLst>
        </pc:spChg>
        <pc:spChg chg="mod">
          <ac:chgData name="Gabriel Duarte" userId="adc5106b-298c-42f1-8071-2e1f4982a464" providerId="ADAL" clId="{B8F7E7C7-2A9D-4395-91F6-3F24DE2469EE}" dt="2026-04-09T20:26:47.772" v="25138" actId="20577"/>
          <ac:spMkLst>
            <pc:docMk/>
            <pc:sldMk cId="3681260674" sldId="256"/>
            <ac:spMk id="4" creationId="{BA74110A-2EE9-B45F-F24B-7F0BFF06CF41}"/>
          </ac:spMkLst>
        </pc:spChg>
        <pc:spChg chg="add mod">
          <ac:chgData name="Gabriel Duarte" userId="adc5106b-298c-42f1-8071-2e1f4982a464" providerId="ADAL" clId="{B8F7E7C7-2A9D-4395-91F6-3F24DE2469EE}" dt="2026-04-09T20:27:22.713" v="25165" actId="1076"/>
          <ac:spMkLst>
            <pc:docMk/>
            <pc:sldMk cId="3681260674" sldId="256"/>
            <ac:spMk id="6" creationId="{F2843BFD-A347-8C7B-475C-36D7F510AE12}"/>
          </ac:spMkLst>
        </pc:spChg>
      </pc:sldChg>
      <pc:sldChg chg="addSp modSp mod modAnim">
        <pc:chgData name="Gabriel Duarte" userId="adc5106b-298c-42f1-8071-2e1f4982a464" providerId="ADAL" clId="{B8F7E7C7-2A9D-4395-91F6-3F24DE2469EE}" dt="2026-04-10T18:57:42.688" v="25944" actId="20577"/>
        <pc:sldMkLst>
          <pc:docMk/>
          <pc:sldMk cId="1329428461" sldId="2074"/>
        </pc:sldMkLst>
        <pc:spChg chg="mod">
          <ac:chgData name="Gabriel Duarte" userId="adc5106b-298c-42f1-8071-2e1f4982a464" providerId="ADAL" clId="{B8F7E7C7-2A9D-4395-91F6-3F24DE2469EE}" dt="2026-04-07T15:25:13.595" v="11469" actId="20577"/>
          <ac:spMkLst>
            <pc:docMk/>
            <pc:sldMk cId="1329428461" sldId="2074"/>
            <ac:spMk id="2" creationId="{F269C2BB-0163-56FA-4B10-8C20EB935B39}"/>
          </ac:spMkLst>
        </pc:spChg>
        <pc:spChg chg="mod">
          <ac:chgData name="Gabriel Duarte" userId="adc5106b-298c-42f1-8071-2e1f4982a464" providerId="ADAL" clId="{B8F7E7C7-2A9D-4395-91F6-3F24DE2469EE}" dt="2026-04-10T18:57:42.688" v="25944" actId="20577"/>
          <ac:spMkLst>
            <pc:docMk/>
            <pc:sldMk cId="1329428461" sldId="2074"/>
            <ac:spMk id="3" creationId="{B22EC06A-C1D8-5940-01AD-7B84DB8E59A4}"/>
          </ac:spMkLst>
        </pc:spChg>
        <pc:spChg chg="add mod">
          <ac:chgData name="Gabriel Duarte" userId="adc5106b-298c-42f1-8071-2e1f4982a464" providerId="ADAL" clId="{B8F7E7C7-2A9D-4395-91F6-3F24DE2469EE}" dt="2026-04-10T18:56:06.752" v="25888" actId="113"/>
          <ac:spMkLst>
            <pc:docMk/>
            <pc:sldMk cId="1329428461" sldId="2074"/>
            <ac:spMk id="4" creationId="{5CDAC98F-8E51-6D55-90A0-775181A5B2C5}"/>
          </ac:spMkLst>
        </pc:spChg>
      </pc:sldChg>
      <pc:sldChg chg="del">
        <pc:chgData name="Gabriel Duarte" userId="adc5106b-298c-42f1-8071-2e1f4982a464" providerId="ADAL" clId="{B8F7E7C7-2A9D-4395-91F6-3F24DE2469EE}" dt="2026-04-09T17:48:05.039" v="22100" actId="47"/>
        <pc:sldMkLst>
          <pc:docMk/>
          <pc:sldMk cId="1660153343" sldId="2075"/>
        </pc:sldMkLst>
      </pc:sldChg>
      <pc:sldChg chg="modSp mod ord">
        <pc:chgData name="Gabriel Duarte" userId="adc5106b-298c-42f1-8071-2e1f4982a464" providerId="ADAL" clId="{B8F7E7C7-2A9D-4395-91F6-3F24DE2469EE}" dt="2026-04-09T21:05:18.180" v="25788" actId="20577"/>
        <pc:sldMkLst>
          <pc:docMk/>
          <pc:sldMk cId="1780626622" sldId="2076"/>
        </pc:sldMkLst>
        <pc:spChg chg="mod">
          <ac:chgData name="Gabriel Duarte" userId="adc5106b-298c-42f1-8071-2e1f4982a464" providerId="ADAL" clId="{B8F7E7C7-2A9D-4395-91F6-3F24DE2469EE}" dt="2026-04-09T17:50:48.534" v="22291" actId="20577"/>
          <ac:spMkLst>
            <pc:docMk/>
            <pc:sldMk cId="1780626622" sldId="2076"/>
            <ac:spMk id="2" creationId="{16DEBFD7-9884-017F-3EC7-886B697C48F9}"/>
          </ac:spMkLst>
        </pc:spChg>
        <pc:spChg chg="mod">
          <ac:chgData name="Gabriel Duarte" userId="adc5106b-298c-42f1-8071-2e1f4982a464" providerId="ADAL" clId="{B8F7E7C7-2A9D-4395-91F6-3F24DE2469EE}" dt="2026-04-09T21:05:18.180" v="25788" actId="20577"/>
          <ac:spMkLst>
            <pc:docMk/>
            <pc:sldMk cId="1780626622" sldId="2076"/>
            <ac:spMk id="11" creationId="{EAE3F89A-394D-01DF-9FAB-7D626F8D6267}"/>
          </ac:spMkLst>
        </pc:spChg>
      </pc:sldChg>
      <pc:sldChg chg="addSp delSp modSp mod delAnim modAnim">
        <pc:chgData name="Gabriel Duarte" userId="adc5106b-298c-42f1-8071-2e1f4982a464" providerId="ADAL" clId="{B8F7E7C7-2A9D-4395-91F6-3F24DE2469EE}" dt="2026-04-10T13:26:44.608" v="25880"/>
        <pc:sldMkLst>
          <pc:docMk/>
          <pc:sldMk cId="1165722495" sldId="2079"/>
        </pc:sldMkLst>
        <pc:spChg chg="mod">
          <ac:chgData name="Gabriel Duarte" userId="adc5106b-298c-42f1-8071-2e1f4982a464" providerId="ADAL" clId="{B8F7E7C7-2A9D-4395-91F6-3F24DE2469EE}" dt="2026-04-09T17:50:01.763" v="22182" actId="6549"/>
          <ac:spMkLst>
            <pc:docMk/>
            <pc:sldMk cId="1165722495" sldId="2079"/>
            <ac:spMk id="2" creationId="{288DB229-5FC9-6A6D-118D-13CDA2227F90}"/>
          </ac:spMkLst>
        </pc:spChg>
        <pc:picChg chg="add mod">
          <ac:chgData name="Gabriel Duarte" userId="adc5106b-298c-42f1-8071-2e1f4982a464" providerId="ADAL" clId="{B8F7E7C7-2A9D-4395-91F6-3F24DE2469EE}" dt="2026-04-09T20:19:37.995" v="24714" actId="1076"/>
          <ac:picMkLst>
            <pc:docMk/>
            <pc:sldMk cId="1165722495" sldId="2079"/>
            <ac:picMk id="4" creationId="{302BB1B5-B88B-E72D-E345-4AB4CB42F0F9}"/>
          </ac:picMkLst>
        </pc:picChg>
        <pc:picChg chg="add del mod">
          <ac:chgData name="Gabriel Duarte" userId="adc5106b-298c-42f1-8071-2e1f4982a464" providerId="ADAL" clId="{B8F7E7C7-2A9D-4395-91F6-3F24DE2469EE}" dt="2026-04-09T17:45:49.698" v="22070" actId="478"/>
          <ac:picMkLst>
            <pc:docMk/>
            <pc:sldMk cId="1165722495" sldId="2079"/>
            <ac:picMk id="5" creationId="{58E1A1AD-EFC4-96DC-638D-E7C19E58348B}"/>
          </ac:picMkLst>
        </pc:picChg>
        <pc:picChg chg="del">
          <ac:chgData name="Gabriel Duarte" userId="adc5106b-298c-42f1-8071-2e1f4982a464" providerId="ADAL" clId="{B8F7E7C7-2A9D-4395-91F6-3F24DE2469EE}" dt="2026-04-09T17:43:54.955" v="21962" actId="478"/>
          <ac:picMkLst>
            <pc:docMk/>
            <pc:sldMk cId="1165722495" sldId="2079"/>
            <ac:picMk id="6" creationId="{34073E62-7B76-DE78-E350-81A3CF656BBD}"/>
          </ac:picMkLst>
        </pc:picChg>
        <pc:picChg chg="add mod">
          <ac:chgData name="Gabriel Duarte" userId="adc5106b-298c-42f1-8071-2e1f4982a464" providerId="ADAL" clId="{B8F7E7C7-2A9D-4395-91F6-3F24DE2469EE}" dt="2026-04-09T20:19:27.998" v="24713" actId="1076"/>
          <ac:picMkLst>
            <pc:docMk/>
            <pc:sldMk cId="1165722495" sldId="2079"/>
            <ac:picMk id="8" creationId="{AFBD4E1E-EBEB-384D-C643-B30E6CAF8509}"/>
          </ac:picMkLst>
        </pc:picChg>
        <pc:picChg chg="mod">
          <ac:chgData name="Gabriel Duarte" userId="adc5106b-298c-42f1-8071-2e1f4982a464" providerId="ADAL" clId="{B8F7E7C7-2A9D-4395-91F6-3F24DE2469EE}" dt="2026-04-09T20:20:54.029" v="24728" actId="1076"/>
          <ac:picMkLst>
            <pc:docMk/>
            <pc:sldMk cId="1165722495" sldId="2079"/>
            <ac:picMk id="9" creationId="{4748D7BA-B15C-C1DA-F41D-6413F8F064F3}"/>
          </ac:picMkLst>
        </pc:picChg>
        <pc:picChg chg="add mod">
          <ac:chgData name="Gabriel Duarte" userId="adc5106b-298c-42f1-8071-2e1f4982a464" providerId="ADAL" clId="{B8F7E7C7-2A9D-4395-91F6-3F24DE2469EE}" dt="2026-04-09T17:47:46.704" v="22093" actId="1076"/>
          <ac:picMkLst>
            <pc:docMk/>
            <pc:sldMk cId="1165722495" sldId="2079"/>
            <ac:picMk id="11" creationId="{BD43A8D6-D981-F858-495D-B647FC0194E9}"/>
          </ac:picMkLst>
        </pc:picChg>
        <pc:picChg chg="add del mod">
          <ac:chgData name="Gabriel Duarte" userId="adc5106b-298c-42f1-8071-2e1f4982a464" providerId="ADAL" clId="{B8F7E7C7-2A9D-4395-91F6-3F24DE2469EE}" dt="2026-04-09T20:20:34.772" v="24722" actId="478"/>
          <ac:picMkLst>
            <pc:docMk/>
            <pc:sldMk cId="1165722495" sldId="2079"/>
            <ac:picMk id="13" creationId="{685170ED-448D-E256-FDBD-290EC19FEC34}"/>
          </ac:picMkLst>
        </pc:picChg>
        <pc:picChg chg="add mod">
          <ac:chgData name="Gabriel Duarte" userId="adc5106b-298c-42f1-8071-2e1f4982a464" providerId="ADAL" clId="{B8F7E7C7-2A9D-4395-91F6-3F24DE2469EE}" dt="2026-04-09T20:20:50.309" v="24727" actId="1076"/>
          <ac:picMkLst>
            <pc:docMk/>
            <pc:sldMk cId="1165722495" sldId="2079"/>
            <ac:picMk id="15" creationId="{0D0C2EE2-4399-253C-6E0B-0EFDA63EE1A9}"/>
          </ac:picMkLst>
        </pc:picChg>
      </pc:sldChg>
      <pc:sldChg chg="modSp mod ord modAnim">
        <pc:chgData name="Gabriel Duarte" userId="adc5106b-298c-42f1-8071-2e1f4982a464" providerId="ADAL" clId="{B8F7E7C7-2A9D-4395-91F6-3F24DE2469EE}" dt="2026-04-09T21:02:27.317" v="25780" actId="14100"/>
        <pc:sldMkLst>
          <pc:docMk/>
          <pc:sldMk cId="538423338" sldId="2080"/>
        </pc:sldMkLst>
        <pc:spChg chg="mod">
          <ac:chgData name="Gabriel Duarte" userId="adc5106b-298c-42f1-8071-2e1f4982a464" providerId="ADAL" clId="{B8F7E7C7-2A9D-4395-91F6-3F24DE2469EE}" dt="2026-04-09T17:50:38.591" v="22278" actId="20577"/>
          <ac:spMkLst>
            <pc:docMk/>
            <pc:sldMk cId="538423338" sldId="2080"/>
            <ac:spMk id="2" creationId="{37862411-77D4-B632-3391-B8CF5F9CD584}"/>
          </ac:spMkLst>
        </pc:spChg>
        <pc:spChg chg="mod">
          <ac:chgData name="Gabriel Duarte" userId="adc5106b-298c-42f1-8071-2e1f4982a464" providerId="ADAL" clId="{B8F7E7C7-2A9D-4395-91F6-3F24DE2469EE}" dt="2026-04-09T21:02:27.317" v="25780" actId="14100"/>
          <ac:spMkLst>
            <pc:docMk/>
            <pc:sldMk cId="538423338" sldId="2080"/>
            <ac:spMk id="3" creationId="{6979A926-EF5C-015A-1BF4-8BFAF1FB87EC}"/>
          </ac:spMkLst>
        </pc:spChg>
      </pc:sldChg>
      <pc:sldChg chg="del">
        <pc:chgData name="Gabriel Duarte" userId="adc5106b-298c-42f1-8071-2e1f4982a464" providerId="ADAL" clId="{B8F7E7C7-2A9D-4395-91F6-3F24DE2469EE}" dt="2026-04-09T17:48:15.647" v="22103" actId="47"/>
        <pc:sldMkLst>
          <pc:docMk/>
          <pc:sldMk cId="1255349887" sldId="2081"/>
        </pc:sldMkLst>
      </pc:sldChg>
      <pc:sldChg chg="del">
        <pc:chgData name="Gabriel Duarte" userId="adc5106b-298c-42f1-8071-2e1f4982a464" providerId="ADAL" clId="{B8F7E7C7-2A9D-4395-91F6-3F24DE2469EE}" dt="2026-04-09T17:42:51.712" v="21958" actId="47"/>
        <pc:sldMkLst>
          <pc:docMk/>
          <pc:sldMk cId="2931443868" sldId="2083"/>
        </pc:sldMkLst>
      </pc:sldChg>
      <pc:sldChg chg="del">
        <pc:chgData name="Gabriel Duarte" userId="adc5106b-298c-42f1-8071-2e1f4982a464" providerId="ADAL" clId="{B8F7E7C7-2A9D-4395-91F6-3F24DE2469EE}" dt="2026-04-09T17:47:59.880" v="22097" actId="47"/>
        <pc:sldMkLst>
          <pc:docMk/>
          <pc:sldMk cId="3875082578" sldId="2084"/>
        </pc:sldMkLst>
      </pc:sldChg>
      <pc:sldChg chg="del">
        <pc:chgData name="Gabriel Duarte" userId="adc5106b-298c-42f1-8071-2e1f4982a464" providerId="ADAL" clId="{B8F7E7C7-2A9D-4395-91F6-3F24DE2469EE}" dt="2026-04-09T17:48:03.645" v="22099" actId="47"/>
        <pc:sldMkLst>
          <pc:docMk/>
          <pc:sldMk cId="1861573146" sldId="2085"/>
        </pc:sldMkLst>
      </pc:sldChg>
      <pc:sldChg chg="del">
        <pc:chgData name="Gabriel Duarte" userId="adc5106b-298c-42f1-8071-2e1f4982a464" providerId="ADAL" clId="{B8F7E7C7-2A9D-4395-91F6-3F24DE2469EE}" dt="2026-04-09T17:47:52.638" v="22094" actId="47"/>
        <pc:sldMkLst>
          <pc:docMk/>
          <pc:sldMk cId="4124073348" sldId="2086"/>
        </pc:sldMkLst>
      </pc:sldChg>
      <pc:sldChg chg="del">
        <pc:chgData name="Gabriel Duarte" userId="adc5106b-298c-42f1-8071-2e1f4982a464" providerId="ADAL" clId="{B8F7E7C7-2A9D-4395-91F6-3F24DE2469EE}" dt="2026-04-09T17:48:00.945" v="22098" actId="47"/>
        <pc:sldMkLst>
          <pc:docMk/>
          <pc:sldMk cId="77420178" sldId="2087"/>
        </pc:sldMkLst>
      </pc:sldChg>
      <pc:sldChg chg="del">
        <pc:chgData name="Gabriel Duarte" userId="adc5106b-298c-42f1-8071-2e1f4982a464" providerId="ADAL" clId="{B8F7E7C7-2A9D-4395-91F6-3F24DE2469EE}" dt="2026-04-09T17:48:06.567" v="22101" actId="47"/>
        <pc:sldMkLst>
          <pc:docMk/>
          <pc:sldMk cId="97618410" sldId="2093"/>
        </pc:sldMkLst>
      </pc:sldChg>
      <pc:sldChg chg="del">
        <pc:chgData name="Gabriel Duarte" userId="adc5106b-298c-42f1-8071-2e1f4982a464" providerId="ADAL" clId="{B8F7E7C7-2A9D-4395-91F6-3F24DE2469EE}" dt="2026-04-09T17:48:14.088" v="22102" actId="47"/>
        <pc:sldMkLst>
          <pc:docMk/>
          <pc:sldMk cId="3749470309" sldId="2094"/>
        </pc:sldMkLst>
      </pc:sldChg>
      <pc:sldChg chg="del">
        <pc:chgData name="Gabriel Duarte" userId="adc5106b-298c-42f1-8071-2e1f4982a464" providerId="ADAL" clId="{B8F7E7C7-2A9D-4395-91F6-3F24DE2469EE}" dt="2026-04-09T17:48:16.503" v="22104" actId="47"/>
        <pc:sldMkLst>
          <pc:docMk/>
          <pc:sldMk cId="78750783" sldId="2095"/>
        </pc:sldMkLst>
      </pc:sldChg>
      <pc:sldChg chg="modSp mod">
        <pc:chgData name="Gabriel Duarte" userId="adc5106b-298c-42f1-8071-2e1f4982a464" providerId="ADAL" clId="{B8F7E7C7-2A9D-4395-91F6-3F24DE2469EE}" dt="2026-04-10T13:27:10.139" v="25881" actId="313"/>
        <pc:sldMkLst>
          <pc:docMk/>
          <pc:sldMk cId="2927573272" sldId="2101"/>
        </pc:sldMkLst>
        <pc:spChg chg="mod">
          <ac:chgData name="Gabriel Duarte" userId="adc5106b-298c-42f1-8071-2e1f4982a464" providerId="ADAL" clId="{B8F7E7C7-2A9D-4395-91F6-3F24DE2469EE}" dt="2026-04-10T13:27:10.139" v="25881" actId="313"/>
          <ac:spMkLst>
            <pc:docMk/>
            <pc:sldMk cId="2927573272" sldId="2101"/>
            <ac:spMk id="2" creationId="{1FE58E83-179A-B708-8F14-6034FAED6822}"/>
          </ac:spMkLst>
        </pc:spChg>
        <pc:graphicFrameChg chg="mod">
          <ac:chgData name="Gabriel Duarte" userId="adc5106b-298c-42f1-8071-2e1f4982a464" providerId="ADAL" clId="{B8F7E7C7-2A9D-4395-91F6-3F24DE2469EE}" dt="2026-04-09T17:51:19.534" v="22321" actId="1036"/>
          <ac:graphicFrameMkLst>
            <pc:docMk/>
            <pc:sldMk cId="2927573272" sldId="2101"/>
            <ac:graphicFrameMk id="4" creationId="{E346CC1A-ABF6-8059-FF60-E58846923926}"/>
          </ac:graphicFrameMkLst>
        </pc:graphicFrameChg>
      </pc:sldChg>
      <pc:sldChg chg="addSp delSp modSp mod">
        <pc:chgData name="Gabriel Duarte" userId="adc5106b-298c-42f1-8071-2e1f4982a464" providerId="ADAL" clId="{B8F7E7C7-2A9D-4395-91F6-3F24DE2469EE}" dt="2026-04-09T20:31:16.046" v="25285" actId="20577"/>
        <pc:sldMkLst>
          <pc:docMk/>
          <pc:sldMk cId="174248229" sldId="2103"/>
        </pc:sldMkLst>
        <pc:spChg chg="mod">
          <ac:chgData name="Gabriel Duarte" userId="adc5106b-298c-42f1-8071-2e1f4982a464" providerId="ADAL" clId="{B8F7E7C7-2A9D-4395-91F6-3F24DE2469EE}" dt="2026-04-08T17:13:42.309" v="12342" actId="20577"/>
          <ac:spMkLst>
            <pc:docMk/>
            <pc:sldMk cId="174248229" sldId="2103"/>
            <ac:spMk id="2" creationId="{0689ACDB-F5B6-5ABB-71FD-CD859D6B8ED5}"/>
          </ac:spMkLst>
        </pc:spChg>
        <pc:graphicFrameChg chg="add mod modGraphic">
          <ac:chgData name="Gabriel Duarte" userId="adc5106b-298c-42f1-8071-2e1f4982a464" providerId="ADAL" clId="{B8F7E7C7-2A9D-4395-91F6-3F24DE2469EE}" dt="2026-04-09T20:31:16.046" v="25285" actId="20577"/>
          <ac:graphicFrameMkLst>
            <pc:docMk/>
            <pc:sldMk cId="174248229" sldId="2103"/>
            <ac:graphicFrameMk id="6" creationId="{4E523E63-A318-66EF-0CBE-61649A3D6DED}"/>
          </ac:graphicFrameMkLst>
        </pc:graphicFrameChg>
      </pc:sldChg>
      <pc:sldChg chg="modSp mod modAnim">
        <pc:chgData name="Gabriel Duarte" userId="adc5106b-298c-42f1-8071-2e1f4982a464" providerId="ADAL" clId="{B8F7E7C7-2A9D-4395-91F6-3F24DE2469EE}" dt="2026-04-09T20:51:51.836" v="25645" actId="20577"/>
        <pc:sldMkLst>
          <pc:docMk/>
          <pc:sldMk cId="1157191230" sldId="2105"/>
        </pc:sldMkLst>
        <pc:spChg chg="mod">
          <ac:chgData name="Gabriel Duarte" userId="adc5106b-298c-42f1-8071-2e1f4982a464" providerId="ADAL" clId="{B8F7E7C7-2A9D-4395-91F6-3F24DE2469EE}" dt="2026-04-09T16:42:32.381" v="20976" actId="20577"/>
          <ac:spMkLst>
            <pc:docMk/>
            <pc:sldMk cId="1157191230" sldId="2105"/>
            <ac:spMk id="2" creationId="{C871BC53-8265-586D-BE00-E749E19D98EC}"/>
          </ac:spMkLst>
        </pc:spChg>
        <pc:spChg chg="mod">
          <ac:chgData name="Gabriel Duarte" userId="adc5106b-298c-42f1-8071-2e1f4982a464" providerId="ADAL" clId="{B8F7E7C7-2A9D-4395-91F6-3F24DE2469EE}" dt="2026-04-09T20:51:51.836" v="25645" actId="20577"/>
          <ac:spMkLst>
            <pc:docMk/>
            <pc:sldMk cId="1157191230" sldId="2105"/>
            <ac:spMk id="3" creationId="{86F997B6-6F67-BE45-EBFC-F6FC0DCE694C}"/>
          </ac:spMkLst>
        </pc:spChg>
      </pc:sldChg>
      <pc:sldChg chg="addSp delSp modSp mod ord modAnim">
        <pc:chgData name="Gabriel Duarte" userId="adc5106b-298c-42f1-8071-2e1f4982a464" providerId="ADAL" clId="{B8F7E7C7-2A9D-4395-91F6-3F24DE2469EE}" dt="2026-04-10T13:00:18.480" v="25840" actId="207"/>
        <pc:sldMkLst>
          <pc:docMk/>
          <pc:sldMk cId="1472006571" sldId="2106"/>
        </pc:sldMkLst>
        <pc:spChg chg="mod">
          <ac:chgData name="Gabriel Duarte" userId="adc5106b-298c-42f1-8071-2e1f4982a464" providerId="ADAL" clId="{B8F7E7C7-2A9D-4395-91F6-3F24DE2469EE}" dt="2026-04-09T17:23:41.293" v="21558" actId="20577"/>
          <ac:spMkLst>
            <pc:docMk/>
            <pc:sldMk cId="1472006571" sldId="2106"/>
            <ac:spMk id="2" creationId="{D13F2060-1EE6-F416-1958-CC9F62F8B861}"/>
          </ac:spMkLst>
        </pc:spChg>
        <pc:spChg chg="mod">
          <ac:chgData name="Gabriel Duarte" userId="adc5106b-298c-42f1-8071-2e1f4982a464" providerId="ADAL" clId="{B8F7E7C7-2A9D-4395-91F6-3F24DE2469EE}" dt="2026-04-09T17:57:13.791" v="22489" actId="1076"/>
          <ac:spMkLst>
            <pc:docMk/>
            <pc:sldMk cId="1472006571" sldId="2106"/>
            <ac:spMk id="3" creationId="{E5F1EE7B-F5EE-106A-2EFC-29E53FF44783}"/>
          </ac:spMkLst>
        </pc:spChg>
        <pc:spChg chg="add">
          <ac:chgData name="Gabriel Duarte" userId="adc5106b-298c-42f1-8071-2e1f4982a464" providerId="ADAL" clId="{B8F7E7C7-2A9D-4395-91F6-3F24DE2469EE}" dt="2026-04-09T17:22:07.279" v="21542"/>
          <ac:spMkLst>
            <pc:docMk/>
            <pc:sldMk cId="1472006571" sldId="2106"/>
            <ac:spMk id="4" creationId="{3000A298-CCAF-3DC8-35B5-A932CA6A00ED}"/>
          </ac:spMkLst>
        </pc:spChg>
        <pc:spChg chg="add">
          <ac:chgData name="Gabriel Duarte" userId="adc5106b-298c-42f1-8071-2e1f4982a464" providerId="ADAL" clId="{B8F7E7C7-2A9D-4395-91F6-3F24DE2469EE}" dt="2026-04-09T17:22:10.968" v="21544"/>
          <ac:spMkLst>
            <pc:docMk/>
            <pc:sldMk cId="1472006571" sldId="2106"/>
            <ac:spMk id="5" creationId="{BCCF00A1-15EC-DF86-A798-84015740ABEF}"/>
          </ac:spMkLst>
        </pc:spChg>
        <pc:spChg chg="add del mod">
          <ac:chgData name="Gabriel Duarte" userId="adc5106b-298c-42f1-8071-2e1f4982a464" providerId="ADAL" clId="{B8F7E7C7-2A9D-4395-91F6-3F24DE2469EE}" dt="2026-04-09T17:22:53.120" v="21549" actId="478"/>
          <ac:spMkLst>
            <pc:docMk/>
            <pc:sldMk cId="1472006571" sldId="2106"/>
            <ac:spMk id="6" creationId="{8D85FFF5-261D-8480-75F7-69DEC2CB3D36}"/>
          </ac:spMkLst>
        </pc:spChg>
        <pc:spChg chg="add mod">
          <ac:chgData name="Gabriel Duarte" userId="adc5106b-298c-42f1-8071-2e1f4982a464" providerId="ADAL" clId="{B8F7E7C7-2A9D-4395-91F6-3F24DE2469EE}" dt="2026-04-10T13:00:18.480" v="25840" actId="207"/>
          <ac:spMkLst>
            <pc:docMk/>
            <pc:sldMk cId="1472006571" sldId="2106"/>
            <ac:spMk id="8" creationId="{1E6E3251-43C0-BF9D-7777-93DC705ED756}"/>
          </ac:spMkLst>
        </pc:spChg>
        <pc:graphicFrameChg chg="add mod modGraphic">
          <ac:chgData name="Gabriel Duarte" userId="adc5106b-298c-42f1-8071-2e1f4982a464" providerId="ADAL" clId="{B8F7E7C7-2A9D-4395-91F6-3F24DE2469EE}" dt="2026-04-09T17:58:30.309" v="22571" actId="20577"/>
          <ac:graphicFrameMkLst>
            <pc:docMk/>
            <pc:sldMk cId="1472006571" sldId="2106"/>
            <ac:graphicFrameMk id="7" creationId="{7CF0B685-A5BF-81A9-8887-4DB50C090268}"/>
          </ac:graphicFrameMkLst>
        </pc:graphicFrameChg>
      </pc:sldChg>
      <pc:sldChg chg="del">
        <pc:chgData name="Gabriel Duarte" userId="adc5106b-298c-42f1-8071-2e1f4982a464" providerId="ADAL" clId="{B8F7E7C7-2A9D-4395-91F6-3F24DE2469EE}" dt="2026-04-09T17:42:46.870" v="21957" actId="47"/>
        <pc:sldMkLst>
          <pc:docMk/>
          <pc:sldMk cId="572888650" sldId="2108"/>
        </pc:sldMkLst>
      </pc:sldChg>
      <pc:sldChg chg="addSp delSp modSp mod ord">
        <pc:chgData name="Gabriel Duarte" userId="adc5106b-298c-42f1-8071-2e1f4982a464" providerId="ADAL" clId="{B8F7E7C7-2A9D-4395-91F6-3F24DE2469EE}" dt="2026-04-09T20:34:53.061" v="25385" actId="20577"/>
        <pc:sldMkLst>
          <pc:docMk/>
          <pc:sldMk cId="2021740704" sldId="2110"/>
        </pc:sldMkLst>
        <pc:spChg chg="mod">
          <ac:chgData name="Gabriel Duarte" userId="adc5106b-298c-42f1-8071-2e1f4982a464" providerId="ADAL" clId="{B8F7E7C7-2A9D-4395-91F6-3F24DE2469EE}" dt="2026-04-08T19:15:01.306" v="15370" actId="20577"/>
          <ac:spMkLst>
            <pc:docMk/>
            <pc:sldMk cId="2021740704" sldId="2110"/>
            <ac:spMk id="2" creationId="{00D76174-804E-825E-096E-AB317D7BAB44}"/>
          </ac:spMkLst>
        </pc:spChg>
        <pc:spChg chg="add mod">
          <ac:chgData name="Gabriel Duarte" userId="adc5106b-298c-42f1-8071-2e1f4982a464" providerId="ADAL" clId="{B8F7E7C7-2A9D-4395-91F6-3F24DE2469EE}" dt="2026-04-08T19:17:32.689" v="15392" actId="1076"/>
          <ac:spMkLst>
            <pc:docMk/>
            <pc:sldMk cId="2021740704" sldId="2110"/>
            <ac:spMk id="5" creationId="{ACBD544F-090F-7DA6-DDC6-AF6882C47AE0}"/>
          </ac:spMkLst>
        </pc:spChg>
        <pc:spChg chg="add mod">
          <ac:chgData name="Gabriel Duarte" userId="adc5106b-298c-42f1-8071-2e1f4982a464" providerId="ADAL" clId="{B8F7E7C7-2A9D-4395-91F6-3F24DE2469EE}" dt="2026-04-08T19:17:41.178" v="15394" actId="14100"/>
          <ac:spMkLst>
            <pc:docMk/>
            <pc:sldMk cId="2021740704" sldId="2110"/>
            <ac:spMk id="13" creationId="{ED962427-3F91-9A4E-B7E9-3BDD433452E0}"/>
          </ac:spMkLst>
        </pc:spChg>
        <pc:grpChg chg="mod">
          <ac:chgData name="Gabriel Duarte" userId="adc5106b-298c-42f1-8071-2e1f4982a464" providerId="ADAL" clId="{B8F7E7C7-2A9D-4395-91F6-3F24DE2469EE}" dt="2026-04-08T19:17:35.905" v="15393" actId="1076"/>
          <ac:grpSpMkLst>
            <pc:docMk/>
            <pc:sldMk cId="2021740704" sldId="2110"/>
            <ac:grpSpMk id="7" creationId="{4B5D7D1E-88E3-4DF0-B4B3-64E589127D1F}"/>
          </ac:grpSpMkLst>
        </pc:grpChg>
        <pc:grpChg chg="mod">
          <ac:chgData name="Gabriel Duarte" userId="adc5106b-298c-42f1-8071-2e1f4982a464" providerId="ADAL" clId="{B8F7E7C7-2A9D-4395-91F6-3F24DE2469EE}" dt="2026-04-08T19:17:32.689" v="15392" actId="1076"/>
          <ac:grpSpMkLst>
            <pc:docMk/>
            <pc:sldMk cId="2021740704" sldId="2110"/>
            <ac:grpSpMk id="10" creationId="{42E59A0E-F541-AD12-D2F0-CEDC65A4C614}"/>
          </ac:grpSpMkLst>
        </pc:grpChg>
        <pc:graphicFrameChg chg="mod modGraphic">
          <ac:chgData name="Gabriel Duarte" userId="adc5106b-298c-42f1-8071-2e1f4982a464" providerId="ADAL" clId="{B8F7E7C7-2A9D-4395-91F6-3F24DE2469EE}" dt="2026-04-09T20:34:53.061" v="25385" actId="20577"/>
          <ac:graphicFrameMkLst>
            <pc:docMk/>
            <pc:sldMk cId="2021740704" sldId="2110"/>
            <ac:graphicFrameMk id="6" creationId="{371E017A-BA4F-739C-5AB6-A264FED1C5F2}"/>
          </ac:graphicFrameMkLst>
        </pc:graphicFrameChg>
      </pc:sldChg>
      <pc:sldChg chg="addSp delSp modSp add mod delAnim modAnim">
        <pc:chgData name="Gabriel Duarte" userId="adc5106b-298c-42f1-8071-2e1f4982a464" providerId="ADAL" clId="{B8F7E7C7-2A9D-4395-91F6-3F24DE2469EE}" dt="2026-04-10T13:27:27.675" v="25882" actId="1076"/>
        <pc:sldMkLst>
          <pc:docMk/>
          <pc:sldMk cId="2223868758" sldId="2111"/>
        </pc:sldMkLst>
        <pc:spChg chg="mod">
          <ac:chgData name="Gabriel Duarte" userId="adc5106b-298c-42f1-8071-2e1f4982a464" providerId="ADAL" clId="{B8F7E7C7-2A9D-4395-91F6-3F24DE2469EE}" dt="2026-04-01T12:48:09.121" v="10974" actId="20577"/>
          <ac:spMkLst>
            <pc:docMk/>
            <pc:sldMk cId="2223868758" sldId="2111"/>
            <ac:spMk id="2" creationId="{7BFAA01F-51C6-083F-4177-27DDFDACD5D7}"/>
          </ac:spMkLst>
        </pc:spChg>
        <pc:spChg chg="del mod">
          <ac:chgData name="Gabriel Duarte" userId="adc5106b-298c-42f1-8071-2e1f4982a464" providerId="ADAL" clId="{B8F7E7C7-2A9D-4395-91F6-3F24DE2469EE}" dt="2026-04-09T19:31:02.790" v="23470" actId="478"/>
          <ac:spMkLst>
            <pc:docMk/>
            <pc:sldMk cId="2223868758" sldId="2111"/>
            <ac:spMk id="3" creationId="{478A7B91-FFAC-DF25-C1EA-7E3B1D3B1BA4}"/>
          </ac:spMkLst>
        </pc:spChg>
        <pc:spChg chg="add mod">
          <ac:chgData name="Gabriel Duarte" userId="adc5106b-298c-42f1-8071-2e1f4982a464" providerId="ADAL" clId="{B8F7E7C7-2A9D-4395-91F6-3F24DE2469EE}" dt="2026-04-09T19:31:16.396" v="23475" actId="1076"/>
          <ac:spMkLst>
            <pc:docMk/>
            <pc:sldMk cId="2223868758" sldId="2111"/>
            <ac:spMk id="4" creationId="{FE58CAB4-75D8-C754-4619-C1BAF1B11492}"/>
          </ac:spMkLst>
        </pc:spChg>
        <pc:spChg chg="add mod">
          <ac:chgData name="Gabriel Duarte" userId="adc5106b-298c-42f1-8071-2e1f4982a464" providerId="ADAL" clId="{B8F7E7C7-2A9D-4395-91F6-3F24DE2469EE}" dt="2026-04-09T21:00:56.008" v="25757" actId="20577"/>
          <ac:spMkLst>
            <pc:docMk/>
            <pc:sldMk cId="2223868758" sldId="2111"/>
            <ac:spMk id="5" creationId="{B694D72D-A4FA-C6C1-7E91-2CB8E9D488DD}"/>
          </ac:spMkLst>
        </pc:spChg>
        <pc:spChg chg="add del mod">
          <ac:chgData name="Gabriel Duarte" userId="adc5106b-298c-42f1-8071-2e1f4982a464" providerId="ADAL" clId="{B8F7E7C7-2A9D-4395-91F6-3F24DE2469EE}" dt="2026-04-09T19:31:05.490" v="23471" actId="478"/>
          <ac:spMkLst>
            <pc:docMk/>
            <pc:sldMk cId="2223868758" sldId="2111"/>
            <ac:spMk id="7" creationId="{73BC28AD-4DEF-88BE-FAB8-A2A73EED7EEB}"/>
          </ac:spMkLst>
        </pc:spChg>
        <pc:spChg chg="add mod">
          <ac:chgData name="Gabriel Duarte" userId="adc5106b-298c-42f1-8071-2e1f4982a464" providerId="ADAL" clId="{B8F7E7C7-2A9D-4395-91F6-3F24DE2469EE}" dt="2026-04-10T13:27:27.675" v="25882" actId="1076"/>
          <ac:spMkLst>
            <pc:docMk/>
            <pc:sldMk cId="2223868758" sldId="2111"/>
            <ac:spMk id="13" creationId="{13301456-096A-6248-CD33-3848EE791845}"/>
          </ac:spMkLst>
        </pc:spChg>
        <pc:spChg chg="add mod">
          <ac:chgData name="Gabriel Duarte" userId="adc5106b-298c-42f1-8071-2e1f4982a464" providerId="ADAL" clId="{B8F7E7C7-2A9D-4395-91F6-3F24DE2469EE}" dt="2026-04-09T19:44:31.801" v="23697" actId="1076"/>
          <ac:spMkLst>
            <pc:docMk/>
            <pc:sldMk cId="2223868758" sldId="2111"/>
            <ac:spMk id="14" creationId="{A9CEB142-9F5A-78FF-3A9B-06E66449B8B5}"/>
          </ac:spMkLst>
        </pc:spChg>
        <pc:spChg chg="add mod">
          <ac:chgData name="Gabriel Duarte" userId="adc5106b-298c-42f1-8071-2e1f4982a464" providerId="ADAL" clId="{B8F7E7C7-2A9D-4395-91F6-3F24DE2469EE}" dt="2026-04-09T21:00:41.370" v="25754" actId="1076"/>
          <ac:spMkLst>
            <pc:docMk/>
            <pc:sldMk cId="2223868758" sldId="2111"/>
            <ac:spMk id="15" creationId="{2A4BAD09-B21E-C1FE-BC14-76295DAC9D03}"/>
          </ac:spMkLst>
        </pc:spChg>
        <pc:picChg chg="add del mod">
          <ac:chgData name="Gabriel Duarte" userId="adc5106b-298c-42f1-8071-2e1f4982a464" providerId="ADAL" clId="{B8F7E7C7-2A9D-4395-91F6-3F24DE2469EE}" dt="2026-04-09T19:39:40.293" v="23486" actId="478"/>
          <ac:picMkLst>
            <pc:docMk/>
            <pc:sldMk cId="2223868758" sldId="2111"/>
            <ac:picMk id="9" creationId="{8F3FA3A9-00D4-E4BF-4D7F-A2C88342854C}"/>
          </ac:picMkLst>
        </pc:picChg>
        <pc:picChg chg="add mod">
          <ac:chgData name="Gabriel Duarte" userId="adc5106b-298c-42f1-8071-2e1f4982a464" providerId="ADAL" clId="{B8F7E7C7-2A9D-4395-91F6-3F24DE2469EE}" dt="2026-04-09T20:56:48.546" v="25752" actId="1076"/>
          <ac:picMkLst>
            <pc:docMk/>
            <pc:sldMk cId="2223868758" sldId="2111"/>
            <ac:picMk id="11" creationId="{A81823E7-E61B-E6C5-DC6A-521626AF1372}"/>
          </ac:picMkLst>
        </pc:picChg>
      </pc:sldChg>
      <pc:sldChg chg="modSp add mod">
        <pc:chgData name="Gabriel Duarte" userId="adc5106b-298c-42f1-8071-2e1f4982a464" providerId="ADAL" clId="{B8F7E7C7-2A9D-4395-91F6-3F24DE2469EE}" dt="2026-04-06T20:59:57.876" v="11014" actId="14100"/>
        <pc:sldMkLst>
          <pc:docMk/>
          <pc:sldMk cId="1310763283" sldId="2112"/>
        </pc:sldMkLst>
        <pc:spChg chg="mod">
          <ac:chgData name="Gabriel Duarte" userId="adc5106b-298c-42f1-8071-2e1f4982a464" providerId="ADAL" clId="{B8F7E7C7-2A9D-4395-91F6-3F24DE2469EE}" dt="2026-04-06T20:59:57.876" v="11014" actId="14100"/>
          <ac:spMkLst>
            <pc:docMk/>
            <pc:sldMk cId="1310763283" sldId="2112"/>
            <ac:spMk id="2" creationId="{C8BD4B86-3B59-0E51-39AB-BFE7F985CABB}"/>
          </ac:spMkLst>
        </pc:spChg>
      </pc:sldChg>
      <pc:sldChg chg="modSp add mod ord modAnim">
        <pc:chgData name="Gabriel Duarte" userId="adc5106b-298c-42f1-8071-2e1f4982a464" providerId="ADAL" clId="{B8F7E7C7-2A9D-4395-91F6-3F24DE2469EE}" dt="2026-04-10T13:07:50.573" v="25844" actId="113"/>
        <pc:sldMkLst>
          <pc:docMk/>
          <pc:sldMk cId="3211680376" sldId="2113"/>
        </pc:sldMkLst>
        <pc:spChg chg="mod">
          <ac:chgData name="Gabriel Duarte" userId="adc5106b-298c-42f1-8071-2e1f4982a464" providerId="ADAL" clId="{B8F7E7C7-2A9D-4395-91F6-3F24DE2469EE}" dt="2026-04-09T20:49:58.952" v="25602" actId="20577"/>
          <ac:spMkLst>
            <pc:docMk/>
            <pc:sldMk cId="3211680376" sldId="2113"/>
            <ac:spMk id="2" creationId="{70F45E68-1F5A-F355-4EF7-D7A26AB3841F}"/>
          </ac:spMkLst>
        </pc:spChg>
        <pc:spChg chg="mod">
          <ac:chgData name="Gabriel Duarte" userId="adc5106b-298c-42f1-8071-2e1f4982a464" providerId="ADAL" clId="{B8F7E7C7-2A9D-4395-91F6-3F24DE2469EE}" dt="2026-04-10T13:07:50.573" v="25844" actId="113"/>
          <ac:spMkLst>
            <pc:docMk/>
            <pc:sldMk cId="3211680376" sldId="2113"/>
            <ac:spMk id="3" creationId="{A19697C5-38A7-D613-B85C-554BAB6F8C44}"/>
          </ac:spMkLst>
        </pc:spChg>
      </pc:sldChg>
      <pc:sldChg chg="addSp delSp modSp add mod ord delAnim">
        <pc:chgData name="Gabriel Duarte" userId="adc5106b-298c-42f1-8071-2e1f4982a464" providerId="ADAL" clId="{B8F7E7C7-2A9D-4395-91F6-3F24DE2469EE}" dt="2026-04-09T20:49:24.677" v="25596" actId="1582"/>
        <pc:sldMkLst>
          <pc:docMk/>
          <pc:sldMk cId="2172339759" sldId="2114"/>
        </pc:sldMkLst>
        <pc:spChg chg="mod">
          <ac:chgData name="Gabriel Duarte" userId="adc5106b-298c-42f1-8071-2e1f4982a464" providerId="ADAL" clId="{B8F7E7C7-2A9D-4395-91F6-3F24DE2469EE}" dt="2026-04-09T14:28:43.877" v="20337" actId="20577"/>
          <ac:spMkLst>
            <pc:docMk/>
            <pc:sldMk cId="2172339759" sldId="2114"/>
            <ac:spMk id="2" creationId="{D120F617-06A0-EA95-41A1-6FC4FB55DDF7}"/>
          </ac:spMkLst>
        </pc:spChg>
        <pc:spChg chg="del">
          <ac:chgData name="Gabriel Duarte" userId="adc5106b-298c-42f1-8071-2e1f4982a464" providerId="ADAL" clId="{B8F7E7C7-2A9D-4395-91F6-3F24DE2469EE}" dt="2026-04-09T14:28:18.396" v="20310" actId="478"/>
          <ac:spMkLst>
            <pc:docMk/>
            <pc:sldMk cId="2172339759" sldId="2114"/>
            <ac:spMk id="3" creationId="{0EC460D2-AF21-C932-2B10-5B9BE92293E4}"/>
          </ac:spMkLst>
        </pc:spChg>
        <pc:spChg chg="add del mod">
          <ac:chgData name="Gabriel Duarte" userId="adc5106b-298c-42f1-8071-2e1f4982a464" providerId="ADAL" clId="{B8F7E7C7-2A9D-4395-91F6-3F24DE2469EE}" dt="2026-04-09T14:28:20.475" v="20311" actId="478"/>
          <ac:spMkLst>
            <pc:docMk/>
            <pc:sldMk cId="2172339759" sldId="2114"/>
            <ac:spMk id="5" creationId="{83E39F9C-2B4B-FC8C-2F2D-206255020FBF}"/>
          </ac:spMkLst>
        </pc:spChg>
        <pc:spChg chg="add mod">
          <ac:chgData name="Gabriel Duarte" userId="adc5106b-298c-42f1-8071-2e1f4982a464" providerId="ADAL" clId="{B8F7E7C7-2A9D-4395-91F6-3F24DE2469EE}" dt="2026-04-09T14:46:47.496" v="20751" actId="14100"/>
          <ac:spMkLst>
            <pc:docMk/>
            <pc:sldMk cId="2172339759" sldId="2114"/>
            <ac:spMk id="7" creationId="{9860B4B3-08E6-1643-4078-1C2125CA9018}"/>
          </ac:spMkLst>
        </pc:spChg>
        <pc:spChg chg="add del mod">
          <ac:chgData name="Gabriel Duarte" userId="adc5106b-298c-42f1-8071-2e1f4982a464" providerId="ADAL" clId="{B8F7E7C7-2A9D-4395-91F6-3F24DE2469EE}" dt="2026-04-09T14:29:42.518" v="20353" actId="478"/>
          <ac:spMkLst>
            <pc:docMk/>
            <pc:sldMk cId="2172339759" sldId="2114"/>
            <ac:spMk id="9" creationId="{C96A1FB0-4632-F5C5-E32D-D33BE32EEED2}"/>
          </ac:spMkLst>
        </pc:spChg>
        <pc:spChg chg="add mod">
          <ac:chgData name="Gabriel Duarte" userId="adc5106b-298c-42f1-8071-2e1f4982a464" providerId="ADAL" clId="{B8F7E7C7-2A9D-4395-91F6-3F24DE2469EE}" dt="2026-04-09T20:49:24.677" v="25596" actId="1582"/>
          <ac:spMkLst>
            <pc:docMk/>
            <pc:sldMk cId="2172339759" sldId="2114"/>
            <ac:spMk id="10" creationId="{672B7039-49B1-FEF6-05BD-68F602AD1864}"/>
          </ac:spMkLst>
        </pc:spChg>
        <pc:spChg chg="add mod">
          <ac:chgData name="Gabriel Duarte" userId="adc5106b-298c-42f1-8071-2e1f4982a464" providerId="ADAL" clId="{B8F7E7C7-2A9D-4395-91F6-3F24DE2469EE}" dt="2026-04-09T20:49:24.677" v="25596" actId="1582"/>
          <ac:spMkLst>
            <pc:docMk/>
            <pc:sldMk cId="2172339759" sldId="2114"/>
            <ac:spMk id="11" creationId="{259BF794-5C25-4721-6AD5-B54A53B20788}"/>
          </ac:spMkLst>
        </pc:spChg>
        <pc:spChg chg="add mod">
          <ac:chgData name="Gabriel Duarte" userId="adc5106b-298c-42f1-8071-2e1f4982a464" providerId="ADAL" clId="{B8F7E7C7-2A9D-4395-91F6-3F24DE2469EE}" dt="2026-04-09T20:49:24.677" v="25596" actId="1582"/>
          <ac:spMkLst>
            <pc:docMk/>
            <pc:sldMk cId="2172339759" sldId="2114"/>
            <ac:spMk id="12" creationId="{DB644D49-DE57-7C50-5AD0-0690D22401AF}"/>
          </ac:spMkLst>
        </pc:spChg>
        <pc:spChg chg="add mod">
          <ac:chgData name="Gabriel Duarte" userId="adc5106b-298c-42f1-8071-2e1f4982a464" providerId="ADAL" clId="{B8F7E7C7-2A9D-4395-91F6-3F24DE2469EE}" dt="2026-04-09T14:46:29.909" v="20750" actId="207"/>
          <ac:spMkLst>
            <pc:docMk/>
            <pc:sldMk cId="2172339759" sldId="2114"/>
            <ac:spMk id="13" creationId="{24F8FC74-1323-954C-FDE7-D121643A5023}"/>
          </ac:spMkLst>
        </pc:spChg>
        <pc:spChg chg="add mod">
          <ac:chgData name="Gabriel Duarte" userId="adc5106b-298c-42f1-8071-2e1f4982a464" providerId="ADAL" clId="{B8F7E7C7-2A9D-4395-91F6-3F24DE2469EE}" dt="2026-04-09T14:46:25.396" v="20748" actId="207"/>
          <ac:spMkLst>
            <pc:docMk/>
            <pc:sldMk cId="2172339759" sldId="2114"/>
            <ac:spMk id="14" creationId="{FCD06694-1889-144F-E4F1-E5EC1A484DDE}"/>
          </ac:spMkLst>
        </pc:spChg>
        <pc:graphicFrameChg chg="add mod modGraphic">
          <ac:chgData name="Gabriel Duarte" userId="adc5106b-298c-42f1-8071-2e1f4982a464" providerId="ADAL" clId="{B8F7E7C7-2A9D-4395-91F6-3F24DE2469EE}" dt="2026-04-09T14:41:17.431" v="20678" actId="14100"/>
          <ac:graphicFrameMkLst>
            <pc:docMk/>
            <pc:sldMk cId="2172339759" sldId="2114"/>
            <ac:graphicFrameMk id="6" creationId="{83C0C985-F9FD-AC77-DDEA-A2838691DAD9}"/>
          </ac:graphicFrameMkLst>
        </pc:graphicFrameChg>
      </pc:sldChg>
      <pc:sldChg chg="modSp add mod">
        <pc:chgData name="Gabriel Duarte" userId="adc5106b-298c-42f1-8071-2e1f4982a464" providerId="ADAL" clId="{B8F7E7C7-2A9D-4395-91F6-3F24DE2469EE}" dt="2026-04-08T20:53:03.821" v="18549" actId="20577"/>
        <pc:sldMkLst>
          <pc:docMk/>
          <pc:sldMk cId="3693117327" sldId="2115"/>
        </pc:sldMkLst>
        <pc:spChg chg="mod">
          <ac:chgData name="Gabriel Duarte" userId="adc5106b-298c-42f1-8071-2e1f4982a464" providerId="ADAL" clId="{B8F7E7C7-2A9D-4395-91F6-3F24DE2469EE}" dt="2026-04-08T20:53:03.821" v="18549" actId="20577"/>
          <ac:spMkLst>
            <pc:docMk/>
            <pc:sldMk cId="3693117327" sldId="2115"/>
            <ac:spMk id="2" creationId="{5581B00E-B71A-A6BF-3E9D-DAD23E53DCEB}"/>
          </ac:spMkLst>
        </pc:spChg>
      </pc:sldChg>
      <pc:sldChg chg="addSp modSp add mod ord">
        <pc:chgData name="Gabriel Duarte" userId="adc5106b-298c-42f1-8071-2e1f4982a464" providerId="ADAL" clId="{B8F7E7C7-2A9D-4395-91F6-3F24DE2469EE}" dt="2026-04-09T20:52:32.524" v="25662" actId="20577"/>
        <pc:sldMkLst>
          <pc:docMk/>
          <pc:sldMk cId="2799803370" sldId="2116"/>
        </pc:sldMkLst>
        <pc:spChg chg="mod">
          <ac:chgData name="Gabriel Duarte" userId="adc5106b-298c-42f1-8071-2e1f4982a464" providerId="ADAL" clId="{B8F7E7C7-2A9D-4395-91F6-3F24DE2469EE}" dt="2026-04-08T18:06:51.409" v="14226" actId="20577"/>
          <ac:spMkLst>
            <pc:docMk/>
            <pc:sldMk cId="2799803370" sldId="2116"/>
            <ac:spMk id="2" creationId="{E0C3FD8E-988F-B3F0-E41B-EF311C730359}"/>
          </ac:spMkLst>
        </pc:spChg>
        <pc:spChg chg="add mod">
          <ac:chgData name="Gabriel Duarte" userId="adc5106b-298c-42f1-8071-2e1f4982a464" providerId="ADAL" clId="{B8F7E7C7-2A9D-4395-91F6-3F24DE2469EE}" dt="2026-04-08T18:14:15.143" v="14627" actId="1076"/>
          <ac:spMkLst>
            <pc:docMk/>
            <pc:sldMk cId="2799803370" sldId="2116"/>
            <ac:spMk id="3" creationId="{686AC8AE-5B03-A69B-3D94-FDC5E839C1C4}"/>
          </ac:spMkLst>
        </pc:spChg>
        <pc:graphicFrameChg chg="mod modGraphic">
          <ac:chgData name="Gabriel Duarte" userId="adc5106b-298c-42f1-8071-2e1f4982a464" providerId="ADAL" clId="{B8F7E7C7-2A9D-4395-91F6-3F24DE2469EE}" dt="2026-04-09T20:52:32.524" v="25662" actId="20577"/>
          <ac:graphicFrameMkLst>
            <pc:docMk/>
            <pc:sldMk cId="2799803370" sldId="2116"/>
            <ac:graphicFrameMk id="4" creationId="{E66043C6-4ED2-2F07-A45F-6909E1AF0D7F}"/>
          </ac:graphicFrameMkLst>
        </pc:graphicFrameChg>
      </pc:sldChg>
      <pc:sldChg chg="addSp delSp modSp add mod">
        <pc:chgData name="Gabriel Duarte" userId="adc5106b-298c-42f1-8071-2e1f4982a464" providerId="ADAL" clId="{B8F7E7C7-2A9D-4395-91F6-3F24DE2469EE}" dt="2026-04-10T12:57:53.786" v="25830" actId="20577"/>
        <pc:sldMkLst>
          <pc:docMk/>
          <pc:sldMk cId="626927313" sldId="2117"/>
        </pc:sldMkLst>
        <pc:spChg chg="mod">
          <ac:chgData name="Gabriel Duarte" userId="adc5106b-298c-42f1-8071-2e1f4982a464" providerId="ADAL" clId="{B8F7E7C7-2A9D-4395-91F6-3F24DE2469EE}" dt="2026-04-08T18:06:56.033" v="14237" actId="20577"/>
          <ac:spMkLst>
            <pc:docMk/>
            <pc:sldMk cId="626927313" sldId="2117"/>
            <ac:spMk id="2" creationId="{FB179434-34DB-1515-0B78-6B3C16DB673D}"/>
          </ac:spMkLst>
        </pc:spChg>
        <pc:spChg chg="add del mod">
          <ac:chgData name="Gabriel Duarte" userId="adc5106b-298c-42f1-8071-2e1f4982a464" providerId="ADAL" clId="{B8F7E7C7-2A9D-4395-91F6-3F24DE2469EE}" dt="2026-04-09T13:50:28.419" v="20178" actId="478"/>
          <ac:spMkLst>
            <pc:docMk/>
            <pc:sldMk cId="626927313" sldId="2117"/>
            <ac:spMk id="3" creationId="{B133EC75-A0B1-881F-1256-1DDA62BEAFED}"/>
          </ac:spMkLst>
        </pc:spChg>
        <pc:graphicFrameChg chg="mod modGraphic">
          <ac:chgData name="Gabriel Duarte" userId="adc5106b-298c-42f1-8071-2e1f4982a464" providerId="ADAL" clId="{B8F7E7C7-2A9D-4395-91F6-3F24DE2469EE}" dt="2026-04-10T12:57:53.786" v="25830" actId="20577"/>
          <ac:graphicFrameMkLst>
            <pc:docMk/>
            <pc:sldMk cId="626927313" sldId="2117"/>
            <ac:graphicFrameMk id="4" creationId="{84E5B507-9350-8CD2-B56F-D01D5CBEBFB1}"/>
          </ac:graphicFrameMkLst>
        </pc:graphicFrameChg>
      </pc:sldChg>
      <pc:sldChg chg="modSp add mod modAnim">
        <pc:chgData name="Gabriel Duarte" userId="adc5106b-298c-42f1-8071-2e1f4982a464" providerId="ADAL" clId="{B8F7E7C7-2A9D-4395-91F6-3F24DE2469EE}" dt="2026-04-10T12:58:56.314" v="25832" actId="20577"/>
        <pc:sldMkLst>
          <pc:docMk/>
          <pc:sldMk cId="2670128405" sldId="2118"/>
        </pc:sldMkLst>
        <pc:spChg chg="mod">
          <ac:chgData name="Gabriel Duarte" userId="adc5106b-298c-42f1-8071-2e1f4982a464" providerId="ADAL" clId="{B8F7E7C7-2A9D-4395-91F6-3F24DE2469EE}" dt="2026-04-08T19:19:43.433" v="15421" actId="20577"/>
          <ac:spMkLst>
            <pc:docMk/>
            <pc:sldMk cId="2670128405" sldId="2118"/>
            <ac:spMk id="2" creationId="{EAC6D879-92DD-0A8A-0737-6290182CA4B6}"/>
          </ac:spMkLst>
        </pc:spChg>
        <pc:spChg chg="mod">
          <ac:chgData name="Gabriel Duarte" userId="adc5106b-298c-42f1-8071-2e1f4982a464" providerId="ADAL" clId="{B8F7E7C7-2A9D-4395-91F6-3F24DE2469EE}" dt="2026-04-10T12:58:56.314" v="25832" actId="20577"/>
          <ac:spMkLst>
            <pc:docMk/>
            <pc:sldMk cId="2670128405" sldId="2118"/>
            <ac:spMk id="3" creationId="{70D3BE48-2EBC-C544-5FD0-9F6B25B328E2}"/>
          </ac:spMkLst>
        </pc:spChg>
      </pc:sldChg>
      <pc:sldChg chg="modSp add mod modAnim">
        <pc:chgData name="Gabriel Duarte" userId="adc5106b-298c-42f1-8071-2e1f4982a464" providerId="ADAL" clId="{B8F7E7C7-2A9D-4395-91F6-3F24DE2469EE}" dt="2026-04-10T12:59:18.715" v="25834" actId="20577"/>
        <pc:sldMkLst>
          <pc:docMk/>
          <pc:sldMk cId="1300373906" sldId="2119"/>
        </pc:sldMkLst>
        <pc:spChg chg="mod">
          <ac:chgData name="Gabriel Duarte" userId="adc5106b-298c-42f1-8071-2e1f4982a464" providerId="ADAL" clId="{B8F7E7C7-2A9D-4395-91F6-3F24DE2469EE}" dt="2026-04-08T19:28:46.528" v="16752" actId="1076"/>
          <ac:spMkLst>
            <pc:docMk/>
            <pc:sldMk cId="1300373906" sldId="2119"/>
            <ac:spMk id="2" creationId="{39235A47-BD78-07C2-EA7F-0BA359E9371C}"/>
          </ac:spMkLst>
        </pc:spChg>
        <pc:spChg chg="mod">
          <ac:chgData name="Gabriel Duarte" userId="adc5106b-298c-42f1-8071-2e1f4982a464" providerId="ADAL" clId="{B8F7E7C7-2A9D-4395-91F6-3F24DE2469EE}" dt="2026-04-10T12:59:18.715" v="25834" actId="20577"/>
          <ac:spMkLst>
            <pc:docMk/>
            <pc:sldMk cId="1300373906" sldId="2119"/>
            <ac:spMk id="3" creationId="{CC242CAA-450C-7A62-B8DD-ECC1FAC00C8C}"/>
          </ac:spMkLst>
        </pc:spChg>
      </pc:sldChg>
      <pc:sldChg chg="addSp delSp modSp add mod modAnim">
        <pc:chgData name="Gabriel Duarte" userId="adc5106b-298c-42f1-8071-2e1f4982a464" providerId="ADAL" clId="{B8F7E7C7-2A9D-4395-91F6-3F24DE2469EE}" dt="2026-04-09T20:45:31.478" v="25545" actId="27636"/>
        <pc:sldMkLst>
          <pc:docMk/>
          <pc:sldMk cId="2070685543" sldId="2120"/>
        </pc:sldMkLst>
        <pc:spChg chg="mod">
          <ac:chgData name="Gabriel Duarte" userId="adc5106b-298c-42f1-8071-2e1f4982a464" providerId="ADAL" clId="{B8F7E7C7-2A9D-4395-91F6-3F24DE2469EE}" dt="2026-04-08T19:40:45.708" v="18037" actId="20577"/>
          <ac:spMkLst>
            <pc:docMk/>
            <pc:sldMk cId="2070685543" sldId="2120"/>
            <ac:spMk id="2" creationId="{E29198E8-AFE8-0754-BF54-455289626092}"/>
          </ac:spMkLst>
        </pc:spChg>
        <pc:spChg chg="mod">
          <ac:chgData name="Gabriel Duarte" userId="adc5106b-298c-42f1-8071-2e1f4982a464" providerId="ADAL" clId="{B8F7E7C7-2A9D-4395-91F6-3F24DE2469EE}" dt="2026-04-09T20:45:31.478" v="25545" actId="27636"/>
          <ac:spMkLst>
            <pc:docMk/>
            <pc:sldMk cId="2070685543" sldId="2120"/>
            <ac:spMk id="3" creationId="{412449BA-5C77-DCEC-958D-7B2E31941D3F}"/>
          </ac:spMkLst>
        </pc:spChg>
        <pc:spChg chg="add">
          <ac:chgData name="Gabriel Duarte" userId="adc5106b-298c-42f1-8071-2e1f4982a464" providerId="ADAL" clId="{B8F7E7C7-2A9D-4395-91F6-3F24DE2469EE}" dt="2026-04-09T20:43:57.263" v="25481"/>
          <ac:spMkLst>
            <pc:docMk/>
            <pc:sldMk cId="2070685543" sldId="2120"/>
            <ac:spMk id="4" creationId="{ABEF5319-884C-5696-2DC8-7BEFC44BB77C}"/>
          </ac:spMkLst>
        </pc:spChg>
        <pc:spChg chg="add">
          <ac:chgData name="Gabriel Duarte" userId="adc5106b-298c-42f1-8071-2e1f4982a464" providerId="ADAL" clId="{B8F7E7C7-2A9D-4395-91F6-3F24DE2469EE}" dt="2026-04-09T20:44:03.070" v="25482"/>
          <ac:spMkLst>
            <pc:docMk/>
            <pc:sldMk cId="2070685543" sldId="2120"/>
            <ac:spMk id="5" creationId="{768E7BB3-3964-E63A-A895-567FC539F3AE}"/>
          </ac:spMkLst>
        </pc:spChg>
        <pc:spChg chg="add">
          <ac:chgData name="Gabriel Duarte" userId="adc5106b-298c-42f1-8071-2e1f4982a464" providerId="ADAL" clId="{B8F7E7C7-2A9D-4395-91F6-3F24DE2469EE}" dt="2026-04-09T20:44:06.612" v="25483"/>
          <ac:spMkLst>
            <pc:docMk/>
            <pc:sldMk cId="2070685543" sldId="2120"/>
            <ac:spMk id="6" creationId="{BB2CB3FC-F5FB-231F-4F8F-E4C9612BF09C}"/>
          </ac:spMkLst>
        </pc:spChg>
        <pc:spChg chg="add del">
          <ac:chgData name="Gabriel Duarte" userId="adc5106b-298c-42f1-8071-2e1f4982a464" providerId="ADAL" clId="{B8F7E7C7-2A9D-4395-91F6-3F24DE2469EE}" dt="2026-04-09T20:44:56.126" v="25520" actId="478"/>
          <ac:spMkLst>
            <pc:docMk/>
            <pc:sldMk cId="2070685543" sldId="2120"/>
            <ac:spMk id="7" creationId="{08B41B61-8937-3DAD-B667-00205B288678}"/>
          </ac:spMkLst>
        </pc:spChg>
      </pc:sldChg>
      <pc:sldChg chg="addSp modSp add mod ord modAnim">
        <pc:chgData name="Gabriel Duarte" userId="adc5106b-298c-42f1-8071-2e1f4982a464" providerId="ADAL" clId="{B8F7E7C7-2A9D-4395-91F6-3F24DE2469EE}" dt="2026-04-09T20:38:22.926" v="25435" actId="20577"/>
        <pc:sldMkLst>
          <pc:docMk/>
          <pc:sldMk cId="3705944248" sldId="2121"/>
        </pc:sldMkLst>
        <pc:spChg chg="mod">
          <ac:chgData name="Gabriel Duarte" userId="adc5106b-298c-42f1-8071-2e1f4982a464" providerId="ADAL" clId="{B8F7E7C7-2A9D-4395-91F6-3F24DE2469EE}" dt="2026-04-08T20:52:55.875" v="18542" actId="20577"/>
          <ac:spMkLst>
            <pc:docMk/>
            <pc:sldMk cId="3705944248" sldId="2121"/>
            <ac:spMk id="2" creationId="{3C17B668-B29D-9C69-F0DB-6A692B3E78B3}"/>
          </ac:spMkLst>
        </pc:spChg>
        <pc:spChg chg="mod">
          <ac:chgData name="Gabriel Duarte" userId="adc5106b-298c-42f1-8071-2e1f4982a464" providerId="ADAL" clId="{B8F7E7C7-2A9D-4395-91F6-3F24DE2469EE}" dt="2026-04-09T20:38:22.926" v="25435" actId="20577"/>
          <ac:spMkLst>
            <pc:docMk/>
            <pc:sldMk cId="3705944248" sldId="2121"/>
            <ac:spMk id="3" creationId="{7E6CFB73-CAF3-01C1-0215-4AE1114F1B39}"/>
          </ac:spMkLst>
        </pc:spChg>
        <pc:spChg chg="add mod">
          <ac:chgData name="Gabriel Duarte" userId="adc5106b-298c-42f1-8071-2e1f4982a464" providerId="ADAL" clId="{B8F7E7C7-2A9D-4395-91F6-3F24DE2469EE}" dt="2026-04-09T17:56:49.015" v="22486" actId="1076"/>
          <ac:spMkLst>
            <pc:docMk/>
            <pc:sldMk cId="3705944248" sldId="2121"/>
            <ac:spMk id="5" creationId="{3B415D08-7A93-FC1D-9881-13183B9F06C1}"/>
          </ac:spMkLst>
        </pc:spChg>
      </pc:sldChg>
      <pc:sldChg chg="addSp delSp modSp add mod delAnim">
        <pc:chgData name="Gabriel Duarte" userId="adc5106b-298c-42f1-8071-2e1f4982a464" providerId="ADAL" clId="{B8F7E7C7-2A9D-4395-91F6-3F24DE2469EE}" dt="2026-04-09T13:49:44.329" v="20176" actId="114"/>
        <pc:sldMkLst>
          <pc:docMk/>
          <pc:sldMk cId="2022971980" sldId="2122"/>
        </pc:sldMkLst>
        <pc:spChg chg="mod">
          <ac:chgData name="Gabriel Duarte" userId="adc5106b-298c-42f1-8071-2e1f4982a464" providerId="ADAL" clId="{B8F7E7C7-2A9D-4395-91F6-3F24DE2469EE}" dt="2026-04-08T21:53:18.169" v="20155" actId="20577"/>
          <ac:spMkLst>
            <pc:docMk/>
            <pc:sldMk cId="2022971980" sldId="2122"/>
            <ac:spMk id="2" creationId="{C928A9FD-2EF2-2570-B3B9-38BB8F461D97}"/>
          </ac:spMkLst>
        </pc:spChg>
        <pc:spChg chg="add mod">
          <ac:chgData name="Gabriel Duarte" userId="adc5106b-298c-42f1-8071-2e1f4982a464" providerId="ADAL" clId="{B8F7E7C7-2A9D-4395-91F6-3F24DE2469EE}" dt="2026-04-08T21:53:46.345" v="20160" actId="207"/>
          <ac:spMkLst>
            <pc:docMk/>
            <pc:sldMk cId="2022971980" sldId="2122"/>
            <ac:spMk id="6" creationId="{431456EE-7F1E-1F37-BFB4-2675FA2EA867}"/>
          </ac:spMkLst>
        </pc:spChg>
        <pc:spChg chg="add mod">
          <ac:chgData name="Gabriel Duarte" userId="adc5106b-298c-42f1-8071-2e1f4982a464" providerId="ADAL" clId="{B8F7E7C7-2A9D-4395-91F6-3F24DE2469EE}" dt="2026-04-09T13:49:31.004" v="20175" actId="207"/>
          <ac:spMkLst>
            <pc:docMk/>
            <pc:sldMk cId="2022971980" sldId="2122"/>
            <ac:spMk id="7" creationId="{8EC1811A-B804-ADD1-E0FE-429829905334}"/>
          </ac:spMkLst>
        </pc:spChg>
        <pc:spChg chg="add mod">
          <ac:chgData name="Gabriel Duarte" userId="adc5106b-298c-42f1-8071-2e1f4982a464" providerId="ADAL" clId="{B8F7E7C7-2A9D-4395-91F6-3F24DE2469EE}" dt="2026-04-09T13:49:44.329" v="20176" actId="114"/>
          <ac:spMkLst>
            <pc:docMk/>
            <pc:sldMk cId="2022971980" sldId="2122"/>
            <ac:spMk id="8" creationId="{AB7C52D3-DDA9-7ADB-D7BD-DCAA39C081CC}"/>
          </ac:spMkLst>
        </pc:spChg>
      </pc:sldChg>
      <pc:sldChg chg="addSp delSp modSp add mod addAnim delAnim modAnim">
        <pc:chgData name="Gabriel Duarte" userId="adc5106b-298c-42f1-8071-2e1f4982a464" providerId="ADAL" clId="{B8F7E7C7-2A9D-4395-91F6-3F24DE2469EE}" dt="2026-04-10T12:46:51.332" v="25828"/>
        <pc:sldMkLst>
          <pc:docMk/>
          <pc:sldMk cId="41700090" sldId="2123"/>
        </pc:sldMkLst>
        <pc:spChg chg="mod">
          <ac:chgData name="Gabriel Duarte" userId="adc5106b-298c-42f1-8071-2e1f4982a464" providerId="ADAL" clId="{B8F7E7C7-2A9D-4395-91F6-3F24DE2469EE}" dt="2026-04-08T21:29:44.195" v="19321" actId="20577"/>
          <ac:spMkLst>
            <pc:docMk/>
            <pc:sldMk cId="41700090" sldId="2123"/>
            <ac:spMk id="2" creationId="{569B34BB-D27D-F257-0E0B-63B0D1C47FB5}"/>
          </ac:spMkLst>
        </pc:spChg>
        <pc:spChg chg="add mod">
          <ac:chgData name="Gabriel Duarte" userId="adc5106b-298c-42f1-8071-2e1f4982a464" providerId="ADAL" clId="{B8F7E7C7-2A9D-4395-91F6-3F24DE2469EE}" dt="2026-04-08T21:24:07.686" v="19100" actId="1076"/>
          <ac:spMkLst>
            <pc:docMk/>
            <pc:sldMk cId="41700090" sldId="2123"/>
            <ac:spMk id="13" creationId="{2DEBF847-728F-389A-3706-2A8FAE0320CE}"/>
          </ac:spMkLst>
        </pc:spChg>
        <pc:spChg chg="add mod">
          <ac:chgData name="Gabriel Duarte" userId="adc5106b-298c-42f1-8071-2e1f4982a464" providerId="ADAL" clId="{B8F7E7C7-2A9D-4395-91F6-3F24DE2469EE}" dt="2026-04-08T21:37:34.968" v="19702" actId="1076"/>
          <ac:spMkLst>
            <pc:docMk/>
            <pc:sldMk cId="41700090" sldId="2123"/>
            <ac:spMk id="14" creationId="{51A25C01-D3BD-0D33-67E2-11889D839BF3}"/>
          </ac:spMkLst>
        </pc:spChg>
        <pc:graphicFrameChg chg="add mod modGraphic">
          <ac:chgData name="Gabriel Duarte" userId="adc5106b-298c-42f1-8071-2e1f4982a464" providerId="ADAL" clId="{B8F7E7C7-2A9D-4395-91F6-3F24DE2469EE}" dt="2026-04-09T14:49:40.218" v="20791" actId="20577"/>
          <ac:graphicFrameMkLst>
            <pc:docMk/>
            <pc:sldMk cId="41700090" sldId="2123"/>
            <ac:graphicFrameMk id="6" creationId="{27AD3DC9-431A-E885-8127-99C604E94A7C}"/>
          </ac:graphicFrameMkLst>
        </pc:graphicFrameChg>
        <pc:picChg chg="add mod">
          <ac:chgData name="Gabriel Duarte" userId="adc5106b-298c-42f1-8071-2e1f4982a464" providerId="ADAL" clId="{B8F7E7C7-2A9D-4395-91F6-3F24DE2469EE}" dt="2026-04-09T14:00:13.824" v="20193" actId="14100"/>
          <ac:picMkLst>
            <pc:docMk/>
            <pc:sldMk cId="41700090" sldId="2123"/>
            <ac:picMk id="10" creationId="{6EB22D34-3A95-8954-3855-036FA0FD2815}"/>
          </ac:picMkLst>
        </pc:picChg>
        <pc:picChg chg="add mod">
          <ac:chgData name="Gabriel Duarte" userId="adc5106b-298c-42f1-8071-2e1f4982a464" providerId="ADAL" clId="{B8F7E7C7-2A9D-4395-91F6-3F24DE2469EE}" dt="2026-04-09T14:00:16.998" v="20194" actId="14100"/>
          <ac:picMkLst>
            <pc:docMk/>
            <pc:sldMk cId="41700090" sldId="2123"/>
            <ac:picMk id="12" creationId="{4E5672B8-4A60-2F64-71B2-09BA564EB881}"/>
          </ac:picMkLst>
        </pc:picChg>
      </pc:sldChg>
      <pc:sldChg chg="addSp delSp modSp add mod ord delAnim modAnim">
        <pc:chgData name="Gabriel Duarte" userId="adc5106b-298c-42f1-8071-2e1f4982a464" providerId="ADAL" clId="{B8F7E7C7-2A9D-4395-91F6-3F24DE2469EE}" dt="2026-04-09T20:48:50.988" v="25592" actId="20577"/>
        <pc:sldMkLst>
          <pc:docMk/>
          <pc:sldMk cId="2235285126" sldId="2124"/>
        </pc:sldMkLst>
        <pc:spChg chg="mod">
          <ac:chgData name="Gabriel Duarte" userId="adc5106b-298c-42f1-8071-2e1f4982a464" providerId="ADAL" clId="{B8F7E7C7-2A9D-4395-91F6-3F24DE2469EE}" dt="2026-04-09T14:50:29.071" v="20836" actId="20577"/>
          <ac:spMkLst>
            <pc:docMk/>
            <pc:sldMk cId="2235285126" sldId="2124"/>
            <ac:spMk id="2" creationId="{5F1E3AE7-97FD-928B-A92E-5602BE8689B6}"/>
          </ac:spMkLst>
        </pc:spChg>
        <pc:spChg chg="del">
          <ac:chgData name="Gabriel Duarte" userId="adc5106b-298c-42f1-8071-2e1f4982a464" providerId="ADAL" clId="{B8F7E7C7-2A9D-4395-91F6-3F24DE2469EE}" dt="2026-04-09T14:47:31.402" v="20774" actId="478"/>
          <ac:spMkLst>
            <pc:docMk/>
            <pc:sldMk cId="2235285126" sldId="2124"/>
            <ac:spMk id="3" creationId="{5B0C3F0B-515E-7FBA-C24B-961F2BEC10CB}"/>
          </ac:spMkLst>
        </pc:spChg>
        <pc:spChg chg="add del mod">
          <ac:chgData name="Gabriel Duarte" userId="adc5106b-298c-42f1-8071-2e1f4982a464" providerId="ADAL" clId="{B8F7E7C7-2A9D-4395-91F6-3F24DE2469EE}" dt="2026-04-09T14:47:33.697" v="20775" actId="478"/>
          <ac:spMkLst>
            <pc:docMk/>
            <pc:sldMk cId="2235285126" sldId="2124"/>
            <ac:spMk id="5" creationId="{D2374285-E662-CDD3-66B4-354EE0D175DC}"/>
          </ac:spMkLst>
        </pc:spChg>
        <pc:spChg chg="add del mod">
          <ac:chgData name="Gabriel Duarte" userId="adc5106b-298c-42f1-8071-2e1f4982a464" providerId="ADAL" clId="{B8F7E7C7-2A9D-4395-91F6-3F24DE2469EE}" dt="2026-04-09T17:41:58.705" v="21930" actId="478"/>
          <ac:spMkLst>
            <pc:docMk/>
            <pc:sldMk cId="2235285126" sldId="2124"/>
            <ac:spMk id="9" creationId="{F4B9DC51-FDF4-8A2A-3B3C-6CD0134868E9}"/>
          </ac:spMkLst>
        </pc:spChg>
        <pc:spChg chg="add mod">
          <ac:chgData name="Gabriel Duarte" userId="adc5106b-298c-42f1-8071-2e1f4982a464" providerId="ADAL" clId="{B8F7E7C7-2A9D-4395-91F6-3F24DE2469EE}" dt="2026-04-09T20:48:50.988" v="25592" actId="20577"/>
          <ac:spMkLst>
            <pc:docMk/>
            <pc:sldMk cId="2235285126" sldId="2124"/>
            <ac:spMk id="10" creationId="{AAA4DA16-105C-BE7F-4CB9-FB93A9C8D1BB}"/>
          </ac:spMkLst>
        </pc:spChg>
        <pc:graphicFrameChg chg="add del mod modGraphic">
          <ac:chgData name="Gabriel Duarte" userId="adc5106b-298c-42f1-8071-2e1f4982a464" providerId="ADAL" clId="{B8F7E7C7-2A9D-4395-91F6-3F24DE2469EE}" dt="2026-04-09T14:53:35.179" v="20956" actId="478"/>
          <ac:graphicFrameMkLst>
            <pc:docMk/>
            <pc:sldMk cId="2235285126" sldId="2124"/>
            <ac:graphicFrameMk id="6" creationId="{37A6782F-06A1-A471-1431-7205FAF41039}"/>
          </ac:graphicFrameMkLst>
        </pc:graphicFrameChg>
        <pc:graphicFrameChg chg="add mod modGraphic">
          <ac:chgData name="Gabriel Duarte" userId="adc5106b-298c-42f1-8071-2e1f4982a464" providerId="ADAL" clId="{B8F7E7C7-2A9D-4395-91F6-3F24DE2469EE}" dt="2026-04-09T20:48:23.821" v="25553" actId="207"/>
          <ac:graphicFrameMkLst>
            <pc:docMk/>
            <pc:sldMk cId="2235285126" sldId="2124"/>
            <ac:graphicFrameMk id="7" creationId="{5290802A-BCB9-16D4-EB40-5468C04F60B8}"/>
          </ac:graphicFrameMkLst>
        </pc:graphicFrameChg>
      </pc:sldChg>
      <pc:sldChg chg="addSp modSp add mod modAnim">
        <pc:chgData name="Gabriel Duarte" userId="adc5106b-298c-42f1-8071-2e1f4982a464" providerId="ADAL" clId="{B8F7E7C7-2A9D-4395-91F6-3F24DE2469EE}" dt="2026-04-10T12:46:36.467" v="25827"/>
        <pc:sldMkLst>
          <pc:docMk/>
          <pc:sldMk cId="479575652" sldId="2125"/>
        </pc:sldMkLst>
        <pc:spChg chg="mod">
          <ac:chgData name="Gabriel Duarte" userId="adc5106b-298c-42f1-8071-2e1f4982a464" providerId="ADAL" clId="{B8F7E7C7-2A9D-4395-91F6-3F24DE2469EE}" dt="2026-04-08T21:26:53.300" v="19180" actId="20577"/>
          <ac:spMkLst>
            <pc:docMk/>
            <pc:sldMk cId="479575652" sldId="2125"/>
            <ac:spMk id="2" creationId="{296B85F9-A009-40A2-C16B-E539EA9E36E6}"/>
          </ac:spMkLst>
        </pc:spChg>
        <pc:spChg chg="mod">
          <ac:chgData name="Gabriel Duarte" userId="adc5106b-298c-42f1-8071-2e1f4982a464" providerId="ADAL" clId="{B8F7E7C7-2A9D-4395-91F6-3F24DE2469EE}" dt="2026-04-09T14:25:11.071" v="20240" actId="113"/>
          <ac:spMkLst>
            <pc:docMk/>
            <pc:sldMk cId="479575652" sldId="2125"/>
            <ac:spMk id="3" creationId="{795306F6-083B-DAF3-0A13-A33465FF2520}"/>
          </ac:spMkLst>
        </pc:spChg>
        <pc:spChg chg="add mod">
          <ac:chgData name="Gabriel Duarte" userId="adc5106b-298c-42f1-8071-2e1f4982a464" providerId="ADAL" clId="{B8F7E7C7-2A9D-4395-91F6-3F24DE2469EE}" dt="2026-04-09T18:00:05.166" v="22614" actId="1076"/>
          <ac:spMkLst>
            <pc:docMk/>
            <pc:sldMk cId="479575652" sldId="2125"/>
            <ac:spMk id="4" creationId="{F93C3F10-1E88-E7B6-D00B-65E5B9741994}"/>
          </ac:spMkLst>
        </pc:spChg>
        <pc:spChg chg="add mod">
          <ac:chgData name="Gabriel Duarte" userId="adc5106b-298c-42f1-8071-2e1f4982a464" providerId="ADAL" clId="{B8F7E7C7-2A9D-4395-91F6-3F24DE2469EE}" dt="2026-04-09T20:46:10.772" v="25547" actId="20577"/>
          <ac:spMkLst>
            <pc:docMk/>
            <pc:sldMk cId="479575652" sldId="2125"/>
            <ac:spMk id="6" creationId="{6DC5CC0E-3BB3-695D-212E-71CABA9F6114}"/>
          </ac:spMkLst>
        </pc:spChg>
      </pc:sldChg>
      <pc:sldChg chg="modSp add mod modAnim">
        <pc:chgData name="Gabriel Duarte" userId="adc5106b-298c-42f1-8071-2e1f4982a464" providerId="ADAL" clId="{B8F7E7C7-2A9D-4395-91F6-3F24DE2469EE}" dt="2026-04-10T13:08:46.400" v="25851"/>
        <pc:sldMkLst>
          <pc:docMk/>
          <pc:sldMk cId="2997449253" sldId="2126"/>
        </pc:sldMkLst>
        <pc:spChg chg="mod">
          <ac:chgData name="Gabriel Duarte" userId="adc5106b-298c-42f1-8071-2e1f4982a464" providerId="ADAL" clId="{B8F7E7C7-2A9D-4395-91F6-3F24DE2469EE}" dt="2026-04-09T20:49:41.067" v="25598" actId="20577"/>
          <ac:spMkLst>
            <pc:docMk/>
            <pc:sldMk cId="2997449253" sldId="2126"/>
            <ac:spMk id="2" creationId="{3DF7BFFB-36AB-C791-3162-0AEC0113F07C}"/>
          </ac:spMkLst>
        </pc:spChg>
        <pc:spChg chg="mod">
          <ac:chgData name="Gabriel Duarte" userId="adc5106b-298c-42f1-8071-2e1f4982a464" providerId="ADAL" clId="{B8F7E7C7-2A9D-4395-91F6-3F24DE2469EE}" dt="2026-04-10T13:08:35.173" v="25850" actId="12"/>
          <ac:spMkLst>
            <pc:docMk/>
            <pc:sldMk cId="2997449253" sldId="2126"/>
            <ac:spMk id="3" creationId="{39205AFD-8F92-FA0D-9676-1E72FC028597}"/>
          </ac:spMkLst>
        </pc:spChg>
      </pc:sldChg>
      <pc:sldChg chg="modSp add mod">
        <pc:chgData name="Gabriel Duarte" userId="adc5106b-298c-42f1-8071-2e1f4982a464" providerId="ADAL" clId="{B8F7E7C7-2A9D-4395-91F6-3F24DE2469EE}" dt="2026-04-09T17:49:55.834" v="22181" actId="20577"/>
        <pc:sldMkLst>
          <pc:docMk/>
          <pc:sldMk cId="715812712" sldId="2127"/>
        </pc:sldMkLst>
        <pc:spChg chg="mod">
          <ac:chgData name="Gabriel Duarte" userId="adc5106b-298c-42f1-8071-2e1f4982a464" providerId="ADAL" clId="{B8F7E7C7-2A9D-4395-91F6-3F24DE2469EE}" dt="2026-04-09T17:49:55.834" v="22181" actId="20577"/>
          <ac:spMkLst>
            <pc:docMk/>
            <pc:sldMk cId="715812712" sldId="2127"/>
            <ac:spMk id="2" creationId="{2524BC1E-710B-E9E7-56E3-CFB8574A0856}"/>
          </ac:spMkLst>
        </pc:spChg>
      </pc:sldChg>
      <pc:sldChg chg="addSp delSp modSp add mod ord delAnim">
        <pc:chgData name="Gabriel Duarte" userId="adc5106b-298c-42f1-8071-2e1f4982a464" providerId="ADAL" clId="{B8F7E7C7-2A9D-4395-91F6-3F24DE2469EE}" dt="2026-04-09T17:53:13.328" v="22357" actId="14100"/>
        <pc:sldMkLst>
          <pc:docMk/>
          <pc:sldMk cId="3477080196" sldId="2128"/>
        </pc:sldMkLst>
        <pc:spChg chg="mod">
          <ac:chgData name="Gabriel Duarte" userId="adc5106b-298c-42f1-8071-2e1f4982a464" providerId="ADAL" clId="{B8F7E7C7-2A9D-4395-91F6-3F24DE2469EE}" dt="2026-04-09T17:53:06.534" v="22354" actId="20577"/>
          <ac:spMkLst>
            <pc:docMk/>
            <pc:sldMk cId="3477080196" sldId="2128"/>
            <ac:spMk id="2" creationId="{2886A1FB-4676-26BA-DAD8-7F35CDC01F1B}"/>
          </ac:spMkLst>
        </pc:spChg>
        <pc:picChg chg="add mod">
          <ac:chgData name="Gabriel Duarte" userId="adc5106b-298c-42f1-8071-2e1f4982a464" providerId="ADAL" clId="{B8F7E7C7-2A9D-4395-91F6-3F24DE2469EE}" dt="2026-04-09T17:53:09.223" v="22355" actId="14100"/>
          <ac:picMkLst>
            <pc:docMk/>
            <pc:sldMk cId="3477080196" sldId="2128"/>
            <ac:picMk id="3" creationId="{AC80C681-AB69-C1E7-87BD-C493B0C513EF}"/>
          </ac:picMkLst>
        </pc:picChg>
        <pc:picChg chg="del">
          <ac:chgData name="Gabriel Duarte" userId="adc5106b-298c-42f1-8071-2e1f4982a464" providerId="ADAL" clId="{B8F7E7C7-2A9D-4395-91F6-3F24DE2469EE}" dt="2026-04-09T17:52:40.185" v="22325" actId="478"/>
          <ac:picMkLst>
            <pc:docMk/>
            <pc:sldMk cId="3477080196" sldId="2128"/>
            <ac:picMk id="4" creationId="{8EE91E25-AE39-F82F-33C2-BA9B1EF9766D}"/>
          </ac:picMkLst>
        </pc:picChg>
        <pc:picChg chg="add mod">
          <ac:chgData name="Gabriel Duarte" userId="adc5106b-298c-42f1-8071-2e1f4982a464" providerId="ADAL" clId="{B8F7E7C7-2A9D-4395-91F6-3F24DE2469EE}" dt="2026-04-09T17:53:13.328" v="22357" actId="14100"/>
          <ac:picMkLst>
            <pc:docMk/>
            <pc:sldMk cId="3477080196" sldId="2128"/>
            <ac:picMk id="5" creationId="{A50F8FDC-46BE-922A-ABF7-4F57D237A5D7}"/>
          </ac:picMkLst>
        </pc:picChg>
        <pc:picChg chg="del">
          <ac:chgData name="Gabriel Duarte" userId="adc5106b-298c-42f1-8071-2e1f4982a464" providerId="ADAL" clId="{B8F7E7C7-2A9D-4395-91F6-3F24DE2469EE}" dt="2026-04-09T17:52:40.656" v="22326" actId="478"/>
          <ac:picMkLst>
            <pc:docMk/>
            <pc:sldMk cId="3477080196" sldId="2128"/>
            <ac:picMk id="8" creationId="{0ED13A53-5BB5-A340-7E4A-67FAC8D7BB68}"/>
          </ac:picMkLst>
        </pc:picChg>
        <pc:picChg chg="del">
          <ac:chgData name="Gabriel Duarte" userId="adc5106b-298c-42f1-8071-2e1f4982a464" providerId="ADAL" clId="{B8F7E7C7-2A9D-4395-91F6-3F24DE2469EE}" dt="2026-04-09T17:52:41.023" v="22327" actId="478"/>
          <ac:picMkLst>
            <pc:docMk/>
            <pc:sldMk cId="3477080196" sldId="2128"/>
            <ac:picMk id="9" creationId="{FFE5CCCC-F3F0-8BE0-12EA-1B8FC44F022F}"/>
          </ac:picMkLst>
        </pc:picChg>
        <pc:picChg chg="del">
          <ac:chgData name="Gabriel Duarte" userId="adc5106b-298c-42f1-8071-2e1f4982a464" providerId="ADAL" clId="{B8F7E7C7-2A9D-4395-91F6-3F24DE2469EE}" dt="2026-04-09T17:52:41.351" v="22328" actId="478"/>
          <ac:picMkLst>
            <pc:docMk/>
            <pc:sldMk cId="3477080196" sldId="2128"/>
            <ac:picMk id="11" creationId="{901E4690-1388-FDA0-8BAE-7C5F1AA509DA}"/>
          </ac:picMkLst>
        </pc:picChg>
      </pc:sldChg>
      <pc:sldChg chg="addSp delSp modSp add mod">
        <pc:chgData name="Gabriel Duarte" userId="adc5106b-298c-42f1-8071-2e1f4982a464" providerId="ADAL" clId="{B8F7E7C7-2A9D-4395-91F6-3F24DE2469EE}" dt="2026-04-09T17:54:20.836" v="22417" actId="1076"/>
        <pc:sldMkLst>
          <pc:docMk/>
          <pc:sldMk cId="3684674956" sldId="2129"/>
        </pc:sldMkLst>
        <pc:spChg chg="mod">
          <ac:chgData name="Gabriel Duarte" userId="adc5106b-298c-42f1-8071-2e1f4982a464" providerId="ADAL" clId="{B8F7E7C7-2A9D-4395-91F6-3F24DE2469EE}" dt="2026-04-09T17:53:27.344" v="22404" actId="20577"/>
          <ac:spMkLst>
            <pc:docMk/>
            <pc:sldMk cId="3684674956" sldId="2129"/>
            <ac:spMk id="2" creationId="{756B2FDD-7C8B-298D-4F15-EB2273736A89}"/>
          </ac:spMkLst>
        </pc:spChg>
        <pc:picChg chg="del">
          <ac:chgData name="Gabriel Duarte" userId="adc5106b-298c-42f1-8071-2e1f4982a464" providerId="ADAL" clId="{B8F7E7C7-2A9D-4395-91F6-3F24DE2469EE}" dt="2026-04-09T17:53:29.134" v="22405" actId="478"/>
          <ac:picMkLst>
            <pc:docMk/>
            <pc:sldMk cId="3684674956" sldId="2129"/>
            <ac:picMk id="3" creationId="{0BEA9D1E-5074-5F13-61F5-4191C6B79367}"/>
          </ac:picMkLst>
        </pc:picChg>
        <pc:picChg chg="add mod">
          <ac:chgData name="Gabriel Duarte" userId="adc5106b-298c-42f1-8071-2e1f4982a464" providerId="ADAL" clId="{B8F7E7C7-2A9D-4395-91F6-3F24DE2469EE}" dt="2026-04-09T17:54:16.999" v="22416" actId="1076"/>
          <ac:picMkLst>
            <pc:docMk/>
            <pc:sldMk cId="3684674956" sldId="2129"/>
            <ac:picMk id="4" creationId="{22FB27D0-A066-2820-57F5-59D64FF7B803}"/>
          </ac:picMkLst>
        </pc:picChg>
        <pc:picChg chg="del">
          <ac:chgData name="Gabriel Duarte" userId="adc5106b-298c-42f1-8071-2e1f4982a464" providerId="ADAL" clId="{B8F7E7C7-2A9D-4395-91F6-3F24DE2469EE}" dt="2026-04-09T17:53:29.631" v="22406" actId="478"/>
          <ac:picMkLst>
            <pc:docMk/>
            <pc:sldMk cId="3684674956" sldId="2129"/>
            <ac:picMk id="5" creationId="{81A44C73-D1F0-B184-22A0-7DF0559A6EB1}"/>
          </ac:picMkLst>
        </pc:picChg>
        <pc:picChg chg="add mod">
          <ac:chgData name="Gabriel Duarte" userId="adc5106b-298c-42f1-8071-2e1f4982a464" providerId="ADAL" clId="{B8F7E7C7-2A9D-4395-91F6-3F24DE2469EE}" dt="2026-04-09T17:54:15.455" v="22415" actId="1076"/>
          <ac:picMkLst>
            <pc:docMk/>
            <pc:sldMk cId="3684674956" sldId="2129"/>
            <ac:picMk id="6" creationId="{62A716B4-AAA2-12FA-36D6-0F4A2E0B21BA}"/>
          </ac:picMkLst>
        </pc:picChg>
        <pc:picChg chg="add mod">
          <ac:chgData name="Gabriel Duarte" userId="adc5106b-298c-42f1-8071-2e1f4982a464" providerId="ADAL" clId="{B8F7E7C7-2A9D-4395-91F6-3F24DE2469EE}" dt="2026-04-09T17:54:20.836" v="22417" actId="1076"/>
          <ac:picMkLst>
            <pc:docMk/>
            <pc:sldMk cId="3684674956" sldId="2129"/>
            <ac:picMk id="7" creationId="{251D7C74-8486-D4A7-1FE4-514640C01203}"/>
          </ac:picMkLst>
        </pc:picChg>
      </pc:sldChg>
      <pc:sldChg chg="addSp delSp modSp add mod modAnim">
        <pc:chgData name="Gabriel Duarte" userId="adc5106b-298c-42f1-8071-2e1f4982a464" providerId="ADAL" clId="{B8F7E7C7-2A9D-4395-91F6-3F24DE2469EE}" dt="2026-04-09T21:01:25.361" v="25766" actId="14100"/>
        <pc:sldMkLst>
          <pc:docMk/>
          <pc:sldMk cId="1683409595" sldId="2130"/>
        </pc:sldMkLst>
        <pc:spChg chg="mod">
          <ac:chgData name="Gabriel Duarte" userId="adc5106b-298c-42f1-8071-2e1f4982a464" providerId="ADAL" clId="{B8F7E7C7-2A9D-4395-91F6-3F24DE2469EE}" dt="2026-04-09T19:45:08.110" v="23725" actId="20577"/>
          <ac:spMkLst>
            <pc:docMk/>
            <pc:sldMk cId="1683409595" sldId="2130"/>
            <ac:spMk id="4" creationId="{7DE0E33B-D91D-66F4-D626-A86AABBA2B61}"/>
          </ac:spMkLst>
        </pc:spChg>
        <pc:spChg chg="mod">
          <ac:chgData name="Gabriel Duarte" userId="adc5106b-298c-42f1-8071-2e1f4982a464" providerId="ADAL" clId="{B8F7E7C7-2A9D-4395-91F6-3F24DE2469EE}" dt="2026-04-09T21:01:25.361" v="25766" actId="14100"/>
          <ac:spMkLst>
            <pc:docMk/>
            <pc:sldMk cId="1683409595" sldId="2130"/>
            <ac:spMk id="5" creationId="{26A8A5F9-D86A-BE4F-58CA-7B3108B5F177}"/>
          </ac:spMkLst>
        </pc:spChg>
        <pc:spChg chg="add del">
          <ac:chgData name="Gabriel Duarte" userId="adc5106b-298c-42f1-8071-2e1f4982a464" providerId="ADAL" clId="{B8F7E7C7-2A9D-4395-91F6-3F24DE2469EE}" dt="2026-04-09T19:45:22.717" v="23736" actId="478"/>
          <ac:spMkLst>
            <pc:docMk/>
            <pc:sldMk cId="1683409595" sldId="2130"/>
            <ac:spMk id="13" creationId="{A2345063-E406-5638-BF94-7B2AAD4B3E9D}"/>
          </ac:spMkLst>
        </pc:spChg>
        <pc:picChg chg="add del">
          <ac:chgData name="Gabriel Duarte" userId="adc5106b-298c-42f1-8071-2e1f4982a464" providerId="ADAL" clId="{B8F7E7C7-2A9D-4395-91F6-3F24DE2469EE}" dt="2026-04-09T19:45:23.614" v="23737" actId="478"/>
          <ac:picMkLst>
            <pc:docMk/>
            <pc:sldMk cId="1683409595" sldId="2130"/>
            <ac:picMk id="11" creationId="{D9AECCEB-88ED-F79A-7F17-941F4E6F0C45}"/>
          </ac:picMkLst>
        </pc:picChg>
      </pc:sldChg>
      <pc:sldChg chg="delSp modSp add del mod">
        <pc:chgData name="Gabriel Duarte" userId="adc5106b-298c-42f1-8071-2e1f4982a464" providerId="ADAL" clId="{B8F7E7C7-2A9D-4395-91F6-3F24DE2469EE}" dt="2026-04-09T19:44:51.310" v="23704" actId="47"/>
        <pc:sldMkLst>
          <pc:docMk/>
          <pc:sldMk cId="2055048155" sldId="2130"/>
        </pc:sldMkLst>
        <pc:spChg chg="del mod">
          <ac:chgData name="Gabriel Duarte" userId="adc5106b-298c-42f1-8071-2e1f4982a464" providerId="ADAL" clId="{B8F7E7C7-2A9D-4395-91F6-3F24DE2469EE}" dt="2026-04-09T19:44:50.345" v="23703"/>
          <ac:spMkLst>
            <pc:docMk/>
            <pc:sldMk cId="2055048155" sldId="2130"/>
            <ac:spMk id="4" creationId="{015F976B-D04D-2C14-E5DC-3582C4FA5E60}"/>
          </ac:spMkLst>
        </pc:spChg>
      </pc:sldChg>
      <pc:sldMasterChg chg="modSp mod">
        <pc:chgData name="Gabriel Duarte" userId="adc5106b-298c-42f1-8071-2e1f4982a464" providerId="ADAL" clId="{B8F7E7C7-2A9D-4395-91F6-3F24DE2469EE}" dt="2026-04-09T13:48:29.985" v="20174" actId="14100"/>
        <pc:sldMasterMkLst>
          <pc:docMk/>
          <pc:sldMasterMk cId="580495664" sldId="2147483684"/>
        </pc:sldMasterMkLst>
        <pc:spChg chg="mod">
          <ac:chgData name="Gabriel Duarte" userId="adc5106b-298c-42f1-8071-2e1f4982a464" providerId="ADAL" clId="{B8F7E7C7-2A9D-4395-91F6-3F24DE2469EE}" dt="2026-04-09T13:48:18.581" v="20170" actId="1076"/>
          <ac:spMkLst>
            <pc:docMk/>
            <pc:sldMasterMk cId="580495664" sldId="2147483684"/>
            <ac:spMk id="4" creationId="{00000000-0000-0000-0000-000000000000}"/>
          </ac:spMkLst>
        </pc:spChg>
        <pc:spChg chg="mod">
          <ac:chgData name="Gabriel Duarte" userId="adc5106b-298c-42f1-8071-2e1f4982a464" providerId="ADAL" clId="{B8F7E7C7-2A9D-4395-91F6-3F24DE2469EE}" dt="2026-04-09T13:48:24.464" v="20172" actId="1076"/>
          <ac:spMkLst>
            <pc:docMk/>
            <pc:sldMasterMk cId="580495664" sldId="2147483684"/>
            <ac:spMk id="5" creationId="{00000000-0000-0000-0000-000000000000}"/>
          </ac:spMkLst>
        </pc:spChg>
        <pc:spChg chg="mod">
          <ac:chgData name="Gabriel Duarte" userId="adc5106b-298c-42f1-8071-2e1f4982a464" providerId="ADAL" clId="{B8F7E7C7-2A9D-4395-91F6-3F24DE2469EE}" dt="2026-04-09T13:48:29.985" v="20174" actId="14100"/>
          <ac:spMkLst>
            <pc:docMk/>
            <pc:sldMasterMk cId="580495664" sldId="2147483684"/>
            <ac:spMk id="6" creationId="{00000000-0000-0000-0000-000000000000}"/>
          </ac:spMkLst>
        </pc:spChg>
        <pc:spChg chg="mod">
          <ac:chgData name="Gabriel Duarte" userId="adc5106b-298c-42f1-8071-2e1f4982a464" providerId="ADAL" clId="{B8F7E7C7-2A9D-4395-91F6-3F24DE2469EE}" dt="2026-04-09T13:48:01.212" v="20166" actId="14100"/>
          <ac:spMkLst>
            <pc:docMk/>
            <pc:sldMasterMk cId="580495664" sldId="2147483684"/>
            <ac:spMk id="9" creationId="{00000000-0000-0000-0000-000000000000}"/>
          </ac:spMkLst>
        </pc:spChg>
        <pc:spChg chg="mod">
          <ac:chgData name="Gabriel Duarte" userId="adc5106b-298c-42f1-8071-2e1f4982a464" providerId="ADAL" clId="{B8F7E7C7-2A9D-4395-91F6-3F24DE2469EE}" dt="2026-04-09T13:48:09.941" v="20167" actId="1076"/>
          <ac:spMkLst>
            <pc:docMk/>
            <pc:sldMasterMk cId="580495664" sldId="2147483684"/>
            <ac:spMk id="12" creationId="{8CA0D000-95AD-C3CE-DD13-39861BED3014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D35009-3A9D-4042-9E0C-0D9DAA344C0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93D9F722-3275-44A4-A818-EC63F5F730BB}">
      <dgm:prSet phldrT="[Texto]" phldr="1"/>
      <dgm:spPr/>
      <dgm:t>
        <a:bodyPr/>
        <a:lstStyle/>
        <a:p>
          <a:endParaRPr lang="es-CL" dirty="0"/>
        </a:p>
      </dgm:t>
    </dgm:pt>
    <dgm:pt modelId="{FDCC09ED-7F9E-4048-BF76-D351E7D2E1DC}" type="parTrans" cxnId="{496BA282-DB6C-401E-9D5C-630EAD1773EC}">
      <dgm:prSet/>
      <dgm:spPr/>
      <dgm:t>
        <a:bodyPr/>
        <a:lstStyle/>
        <a:p>
          <a:endParaRPr lang="es-CL"/>
        </a:p>
      </dgm:t>
    </dgm:pt>
    <dgm:pt modelId="{430FB92C-5D0E-4735-A942-BA0679CD1F15}" type="sibTrans" cxnId="{496BA282-DB6C-401E-9D5C-630EAD1773EC}">
      <dgm:prSet/>
      <dgm:spPr/>
      <dgm:t>
        <a:bodyPr/>
        <a:lstStyle/>
        <a:p>
          <a:endParaRPr lang="es-CL"/>
        </a:p>
      </dgm:t>
    </dgm:pt>
    <dgm:pt modelId="{128ED7C1-F5F1-467E-B1F5-005D3785921F}">
      <dgm:prSet phldrT="[Texto]" phldr="0"/>
      <dgm:spPr/>
      <dgm:t>
        <a:bodyPr/>
        <a:lstStyle/>
        <a:p>
          <a:r>
            <a:rPr lang="es-CL" dirty="0" err="1"/>
            <a:t>dsd</a:t>
          </a:r>
          <a:endParaRPr lang="es-CL" dirty="0"/>
        </a:p>
      </dgm:t>
    </dgm:pt>
    <dgm:pt modelId="{8D785CC6-B4FF-47D4-AFA8-ED8D0F2A50DC}" type="parTrans" cxnId="{9F6975B9-8C3A-47EF-BFF4-C8074F08F3DA}">
      <dgm:prSet/>
      <dgm:spPr/>
      <dgm:t>
        <a:bodyPr/>
        <a:lstStyle/>
        <a:p>
          <a:endParaRPr lang="es-CL"/>
        </a:p>
      </dgm:t>
    </dgm:pt>
    <dgm:pt modelId="{0CBE058B-5AE3-4781-828B-A7ABE67D98BE}" type="sibTrans" cxnId="{9F6975B9-8C3A-47EF-BFF4-C8074F08F3DA}">
      <dgm:prSet/>
      <dgm:spPr/>
      <dgm:t>
        <a:bodyPr/>
        <a:lstStyle/>
        <a:p>
          <a:endParaRPr lang="es-CL"/>
        </a:p>
      </dgm:t>
    </dgm:pt>
    <dgm:pt modelId="{35D0678F-E9DE-437B-AA01-DD5849D4346C}">
      <dgm:prSet phldrT="[Texto]" phldr="0"/>
      <dgm:spPr/>
      <dgm:t>
        <a:bodyPr/>
        <a:lstStyle/>
        <a:p>
          <a:r>
            <a:rPr lang="es-CL" dirty="0" err="1"/>
            <a:t>sdsd</a:t>
          </a:r>
          <a:endParaRPr lang="es-CL" dirty="0"/>
        </a:p>
      </dgm:t>
    </dgm:pt>
    <dgm:pt modelId="{2817E722-3825-4134-BC50-BE8103A56B5C}" type="parTrans" cxnId="{CC3BDEA7-676E-4900-8C48-C8BDBA41D17D}">
      <dgm:prSet/>
      <dgm:spPr/>
      <dgm:t>
        <a:bodyPr/>
        <a:lstStyle/>
        <a:p>
          <a:endParaRPr lang="es-CL"/>
        </a:p>
      </dgm:t>
    </dgm:pt>
    <dgm:pt modelId="{3B8D72E3-EBDA-4629-A1E1-54DFE2E656C0}" type="sibTrans" cxnId="{CC3BDEA7-676E-4900-8C48-C8BDBA41D17D}">
      <dgm:prSet/>
      <dgm:spPr/>
      <dgm:t>
        <a:bodyPr/>
        <a:lstStyle/>
        <a:p>
          <a:endParaRPr lang="es-CL"/>
        </a:p>
      </dgm:t>
    </dgm:pt>
    <dgm:pt modelId="{B81F11A4-65B2-49D3-A21D-DE8DE8EAC5AB}">
      <dgm:prSet phldrT="[Texto]" phldr="1"/>
      <dgm:spPr/>
      <dgm:t>
        <a:bodyPr/>
        <a:lstStyle/>
        <a:p>
          <a:endParaRPr lang="es-CL" dirty="0"/>
        </a:p>
      </dgm:t>
    </dgm:pt>
    <dgm:pt modelId="{5CA85B7E-7598-4270-8D3E-63BBB6CCB785}" type="parTrans" cxnId="{5CE41470-F454-4091-9DF0-663D0469A692}">
      <dgm:prSet/>
      <dgm:spPr/>
      <dgm:t>
        <a:bodyPr/>
        <a:lstStyle/>
        <a:p>
          <a:endParaRPr lang="es-CL"/>
        </a:p>
      </dgm:t>
    </dgm:pt>
    <dgm:pt modelId="{4D2ED7BB-F294-47BA-A1BF-59C2A9836817}" type="sibTrans" cxnId="{5CE41470-F454-4091-9DF0-663D0469A692}">
      <dgm:prSet/>
      <dgm:spPr/>
      <dgm:t>
        <a:bodyPr/>
        <a:lstStyle/>
        <a:p>
          <a:endParaRPr lang="es-CL"/>
        </a:p>
      </dgm:t>
    </dgm:pt>
    <dgm:pt modelId="{8DF32FA9-7263-418E-9A79-D7F0AD1CE6D0}">
      <dgm:prSet phldrT="[Texto]" phldr="1"/>
      <dgm:spPr/>
      <dgm:t>
        <a:bodyPr/>
        <a:lstStyle/>
        <a:p>
          <a:endParaRPr lang="es-CL" dirty="0"/>
        </a:p>
      </dgm:t>
    </dgm:pt>
    <dgm:pt modelId="{73E8F1A5-BAC6-426D-97D5-9A76B54FB47F}" type="parTrans" cxnId="{9149E5DD-35F2-4B16-A4B8-13EADC237CC4}">
      <dgm:prSet/>
      <dgm:spPr/>
      <dgm:t>
        <a:bodyPr/>
        <a:lstStyle/>
        <a:p>
          <a:endParaRPr lang="es-CL"/>
        </a:p>
      </dgm:t>
    </dgm:pt>
    <dgm:pt modelId="{092F60A9-45FF-4BFA-B1D9-6F45439C9C64}" type="sibTrans" cxnId="{9149E5DD-35F2-4B16-A4B8-13EADC237CC4}">
      <dgm:prSet/>
      <dgm:spPr/>
      <dgm:t>
        <a:bodyPr/>
        <a:lstStyle/>
        <a:p>
          <a:endParaRPr lang="es-CL"/>
        </a:p>
      </dgm:t>
    </dgm:pt>
    <dgm:pt modelId="{8DBD3E9B-A106-4ED2-A3C3-12C1DCA68EDC}" type="pres">
      <dgm:prSet presAssocID="{EBD35009-3A9D-4042-9E0C-0D9DAA344C0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689DFE4-A69A-4C87-A4C2-286C9F8D872D}" type="pres">
      <dgm:prSet presAssocID="{93D9F722-3275-44A4-A818-EC63F5F730BB}" presName="hierRoot1" presStyleCnt="0">
        <dgm:presLayoutVars>
          <dgm:hierBranch val="init"/>
        </dgm:presLayoutVars>
      </dgm:prSet>
      <dgm:spPr/>
    </dgm:pt>
    <dgm:pt modelId="{823A44CE-1405-4CB6-966B-C85D5A1106FA}" type="pres">
      <dgm:prSet presAssocID="{93D9F722-3275-44A4-A818-EC63F5F730BB}" presName="rootComposite1" presStyleCnt="0"/>
      <dgm:spPr/>
    </dgm:pt>
    <dgm:pt modelId="{630B2B8B-1B55-4613-AA8B-0196C26A6DB2}" type="pres">
      <dgm:prSet presAssocID="{93D9F722-3275-44A4-A818-EC63F5F730BB}" presName="rootText1" presStyleLbl="node0" presStyleIdx="0" presStyleCnt="4">
        <dgm:presLayoutVars>
          <dgm:chPref val="3"/>
        </dgm:presLayoutVars>
      </dgm:prSet>
      <dgm:spPr/>
    </dgm:pt>
    <dgm:pt modelId="{E61B98C2-CB63-43DF-869C-E9174FD2D094}" type="pres">
      <dgm:prSet presAssocID="{93D9F722-3275-44A4-A818-EC63F5F730BB}" presName="rootConnector1" presStyleLbl="node1" presStyleIdx="0" presStyleCnt="0"/>
      <dgm:spPr/>
    </dgm:pt>
    <dgm:pt modelId="{C7F31EFE-BB68-431E-8737-04C14EF1719E}" type="pres">
      <dgm:prSet presAssocID="{93D9F722-3275-44A4-A818-EC63F5F730BB}" presName="hierChild2" presStyleCnt="0"/>
      <dgm:spPr/>
    </dgm:pt>
    <dgm:pt modelId="{A46B871A-F766-466D-9592-50E424702462}" type="pres">
      <dgm:prSet presAssocID="{8D785CC6-B4FF-47D4-AFA8-ED8D0F2A50DC}" presName="Name37" presStyleLbl="parChTrans1D2" presStyleIdx="0" presStyleCnt="1"/>
      <dgm:spPr/>
    </dgm:pt>
    <dgm:pt modelId="{154D5DF5-80EE-45A7-90AD-F913B40B999E}" type="pres">
      <dgm:prSet presAssocID="{128ED7C1-F5F1-467E-B1F5-005D3785921F}" presName="hierRoot2" presStyleCnt="0">
        <dgm:presLayoutVars>
          <dgm:hierBranch val="init"/>
        </dgm:presLayoutVars>
      </dgm:prSet>
      <dgm:spPr/>
    </dgm:pt>
    <dgm:pt modelId="{60476879-DD46-486A-894A-24023E3A2911}" type="pres">
      <dgm:prSet presAssocID="{128ED7C1-F5F1-467E-B1F5-005D3785921F}" presName="rootComposite" presStyleCnt="0"/>
      <dgm:spPr/>
    </dgm:pt>
    <dgm:pt modelId="{6564BF7F-3F4C-43E1-9AD5-9C468484D264}" type="pres">
      <dgm:prSet presAssocID="{128ED7C1-F5F1-467E-B1F5-005D3785921F}" presName="rootText" presStyleLbl="node2" presStyleIdx="0" presStyleCnt="1">
        <dgm:presLayoutVars>
          <dgm:chPref val="3"/>
        </dgm:presLayoutVars>
      </dgm:prSet>
      <dgm:spPr/>
    </dgm:pt>
    <dgm:pt modelId="{7A87091B-9E7B-4207-9E2F-44AA49DB96A9}" type="pres">
      <dgm:prSet presAssocID="{128ED7C1-F5F1-467E-B1F5-005D3785921F}" presName="rootConnector" presStyleLbl="node2" presStyleIdx="0" presStyleCnt="1"/>
      <dgm:spPr/>
    </dgm:pt>
    <dgm:pt modelId="{4A4CB127-6943-43DA-8072-FFFD2DC91958}" type="pres">
      <dgm:prSet presAssocID="{128ED7C1-F5F1-467E-B1F5-005D3785921F}" presName="hierChild4" presStyleCnt="0"/>
      <dgm:spPr/>
    </dgm:pt>
    <dgm:pt modelId="{EF00BB21-C853-43E5-9345-654A97CAD6D2}" type="pres">
      <dgm:prSet presAssocID="{128ED7C1-F5F1-467E-B1F5-005D3785921F}" presName="hierChild5" presStyleCnt="0"/>
      <dgm:spPr/>
    </dgm:pt>
    <dgm:pt modelId="{C6CBCFCF-7244-4D36-B021-D3198A81A775}" type="pres">
      <dgm:prSet presAssocID="{93D9F722-3275-44A4-A818-EC63F5F730BB}" presName="hierChild3" presStyleCnt="0"/>
      <dgm:spPr/>
    </dgm:pt>
    <dgm:pt modelId="{F5D1FE7E-0A08-4CBC-81D6-0B188D8DC6F8}" type="pres">
      <dgm:prSet presAssocID="{35D0678F-E9DE-437B-AA01-DD5849D4346C}" presName="hierRoot1" presStyleCnt="0">
        <dgm:presLayoutVars>
          <dgm:hierBranch val="init"/>
        </dgm:presLayoutVars>
      </dgm:prSet>
      <dgm:spPr/>
    </dgm:pt>
    <dgm:pt modelId="{87D14E47-3C16-49B3-BDB1-7F970988075F}" type="pres">
      <dgm:prSet presAssocID="{35D0678F-E9DE-437B-AA01-DD5849D4346C}" presName="rootComposite1" presStyleCnt="0"/>
      <dgm:spPr/>
    </dgm:pt>
    <dgm:pt modelId="{4B7860BC-D9FF-4A5B-95E9-4CC9F82E705B}" type="pres">
      <dgm:prSet presAssocID="{35D0678F-E9DE-437B-AA01-DD5849D4346C}" presName="rootText1" presStyleLbl="node0" presStyleIdx="1" presStyleCnt="4">
        <dgm:presLayoutVars>
          <dgm:chPref val="3"/>
        </dgm:presLayoutVars>
      </dgm:prSet>
      <dgm:spPr/>
    </dgm:pt>
    <dgm:pt modelId="{EBB6A2C7-E0F5-4495-B882-C33CBC7F93AD}" type="pres">
      <dgm:prSet presAssocID="{35D0678F-E9DE-437B-AA01-DD5849D4346C}" presName="rootConnector1" presStyleLbl="node1" presStyleIdx="0" presStyleCnt="0"/>
      <dgm:spPr/>
    </dgm:pt>
    <dgm:pt modelId="{F5B0A44C-0A09-45CD-917A-7144221F0688}" type="pres">
      <dgm:prSet presAssocID="{35D0678F-E9DE-437B-AA01-DD5849D4346C}" presName="hierChild2" presStyleCnt="0"/>
      <dgm:spPr/>
    </dgm:pt>
    <dgm:pt modelId="{35B73B05-A50A-4634-A6E4-DD9B087786CE}" type="pres">
      <dgm:prSet presAssocID="{35D0678F-E9DE-437B-AA01-DD5849D4346C}" presName="hierChild3" presStyleCnt="0"/>
      <dgm:spPr/>
    </dgm:pt>
    <dgm:pt modelId="{BC07298A-915D-4B4E-B1F8-24F642D5940D}" type="pres">
      <dgm:prSet presAssocID="{B81F11A4-65B2-49D3-A21D-DE8DE8EAC5AB}" presName="hierRoot1" presStyleCnt="0">
        <dgm:presLayoutVars>
          <dgm:hierBranch val="init"/>
        </dgm:presLayoutVars>
      </dgm:prSet>
      <dgm:spPr/>
    </dgm:pt>
    <dgm:pt modelId="{C0942781-E2A2-4ED9-8A75-AB6DF2B03B06}" type="pres">
      <dgm:prSet presAssocID="{B81F11A4-65B2-49D3-A21D-DE8DE8EAC5AB}" presName="rootComposite1" presStyleCnt="0"/>
      <dgm:spPr/>
    </dgm:pt>
    <dgm:pt modelId="{2BBF5208-4E15-4269-88C2-AFB8761DA58D}" type="pres">
      <dgm:prSet presAssocID="{B81F11A4-65B2-49D3-A21D-DE8DE8EAC5AB}" presName="rootText1" presStyleLbl="node0" presStyleIdx="2" presStyleCnt="4">
        <dgm:presLayoutVars>
          <dgm:chPref val="3"/>
        </dgm:presLayoutVars>
      </dgm:prSet>
      <dgm:spPr/>
    </dgm:pt>
    <dgm:pt modelId="{42172711-F489-4DB2-8650-BB944162F6CB}" type="pres">
      <dgm:prSet presAssocID="{B81F11A4-65B2-49D3-A21D-DE8DE8EAC5AB}" presName="rootConnector1" presStyleLbl="node1" presStyleIdx="0" presStyleCnt="0"/>
      <dgm:spPr/>
    </dgm:pt>
    <dgm:pt modelId="{6D6540CA-E991-49CB-9A38-752849A51BE0}" type="pres">
      <dgm:prSet presAssocID="{B81F11A4-65B2-49D3-A21D-DE8DE8EAC5AB}" presName="hierChild2" presStyleCnt="0"/>
      <dgm:spPr/>
    </dgm:pt>
    <dgm:pt modelId="{1FBDAABE-1159-4EA4-9C71-F7DFF27424AE}" type="pres">
      <dgm:prSet presAssocID="{B81F11A4-65B2-49D3-A21D-DE8DE8EAC5AB}" presName="hierChild3" presStyleCnt="0"/>
      <dgm:spPr/>
    </dgm:pt>
    <dgm:pt modelId="{917C4569-0BED-491A-92F1-D149CAE74DF1}" type="pres">
      <dgm:prSet presAssocID="{8DF32FA9-7263-418E-9A79-D7F0AD1CE6D0}" presName="hierRoot1" presStyleCnt="0">
        <dgm:presLayoutVars>
          <dgm:hierBranch val="init"/>
        </dgm:presLayoutVars>
      </dgm:prSet>
      <dgm:spPr/>
    </dgm:pt>
    <dgm:pt modelId="{DF71B905-BE38-41F0-AF05-50898986E4D5}" type="pres">
      <dgm:prSet presAssocID="{8DF32FA9-7263-418E-9A79-D7F0AD1CE6D0}" presName="rootComposite1" presStyleCnt="0"/>
      <dgm:spPr/>
    </dgm:pt>
    <dgm:pt modelId="{9D00EE79-50C3-44DB-8F79-C34B7F05652D}" type="pres">
      <dgm:prSet presAssocID="{8DF32FA9-7263-418E-9A79-D7F0AD1CE6D0}" presName="rootText1" presStyleLbl="node0" presStyleIdx="3" presStyleCnt="4">
        <dgm:presLayoutVars>
          <dgm:chPref val="3"/>
        </dgm:presLayoutVars>
      </dgm:prSet>
      <dgm:spPr/>
    </dgm:pt>
    <dgm:pt modelId="{24C8900D-B300-4355-9576-1FB2C74C6D0B}" type="pres">
      <dgm:prSet presAssocID="{8DF32FA9-7263-418E-9A79-D7F0AD1CE6D0}" presName="rootConnector1" presStyleLbl="node1" presStyleIdx="0" presStyleCnt="0"/>
      <dgm:spPr/>
    </dgm:pt>
    <dgm:pt modelId="{4D1CF7F2-DC14-4F8E-BE14-CC30C08C8C75}" type="pres">
      <dgm:prSet presAssocID="{8DF32FA9-7263-418E-9A79-D7F0AD1CE6D0}" presName="hierChild2" presStyleCnt="0"/>
      <dgm:spPr/>
    </dgm:pt>
    <dgm:pt modelId="{4ADAD5F9-0D7A-4536-8B5D-AAC75CC986F1}" type="pres">
      <dgm:prSet presAssocID="{8DF32FA9-7263-418E-9A79-D7F0AD1CE6D0}" presName="hierChild3" presStyleCnt="0"/>
      <dgm:spPr/>
    </dgm:pt>
  </dgm:ptLst>
  <dgm:cxnLst>
    <dgm:cxn modelId="{E38CA703-6223-4F9B-ABA9-503645535D25}" type="presOf" srcId="{35D0678F-E9DE-437B-AA01-DD5849D4346C}" destId="{EBB6A2C7-E0F5-4495-B882-C33CBC7F93AD}" srcOrd="1" destOrd="0" presId="urn:microsoft.com/office/officeart/2005/8/layout/orgChart1"/>
    <dgm:cxn modelId="{6554E514-620F-4A9E-8DB8-62EE101F342A}" type="presOf" srcId="{128ED7C1-F5F1-467E-B1F5-005D3785921F}" destId="{6564BF7F-3F4C-43E1-9AD5-9C468484D264}" srcOrd="0" destOrd="0" presId="urn:microsoft.com/office/officeart/2005/8/layout/orgChart1"/>
    <dgm:cxn modelId="{33BA8733-C21B-4F5F-9C3A-630C508527E6}" type="presOf" srcId="{93D9F722-3275-44A4-A818-EC63F5F730BB}" destId="{630B2B8B-1B55-4613-AA8B-0196C26A6DB2}" srcOrd="0" destOrd="0" presId="urn:microsoft.com/office/officeart/2005/8/layout/orgChart1"/>
    <dgm:cxn modelId="{6A540C5B-99FE-423A-BB19-B71D68E4C068}" type="presOf" srcId="{EBD35009-3A9D-4042-9E0C-0D9DAA344C04}" destId="{8DBD3E9B-A106-4ED2-A3C3-12C1DCA68EDC}" srcOrd="0" destOrd="0" presId="urn:microsoft.com/office/officeart/2005/8/layout/orgChart1"/>
    <dgm:cxn modelId="{D0C62B62-2B5B-445F-8FAD-C5FB69F0C82A}" type="presOf" srcId="{93D9F722-3275-44A4-A818-EC63F5F730BB}" destId="{E61B98C2-CB63-43DF-869C-E9174FD2D094}" srcOrd="1" destOrd="0" presId="urn:microsoft.com/office/officeart/2005/8/layout/orgChart1"/>
    <dgm:cxn modelId="{FB4D0970-7D07-41C7-BC36-03E0A98381BA}" type="presOf" srcId="{35D0678F-E9DE-437B-AA01-DD5849D4346C}" destId="{4B7860BC-D9FF-4A5B-95E9-4CC9F82E705B}" srcOrd="0" destOrd="0" presId="urn:microsoft.com/office/officeart/2005/8/layout/orgChart1"/>
    <dgm:cxn modelId="{5CE41470-F454-4091-9DF0-663D0469A692}" srcId="{EBD35009-3A9D-4042-9E0C-0D9DAA344C04}" destId="{B81F11A4-65B2-49D3-A21D-DE8DE8EAC5AB}" srcOrd="2" destOrd="0" parTransId="{5CA85B7E-7598-4270-8D3E-63BBB6CCB785}" sibTransId="{4D2ED7BB-F294-47BA-A1BF-59C2A9836817}"/>
    <dgm:cxn modelId="{16C77D58-1E5E-4819-BE56-DD7EA6B1B439}" type="presOf" srcId="{8DF32FA9-7263-418E-9A79-D7F0AD1CE6D0}" destId="{9D00EE79-50C3-44DB-8F79-C34B7F05652D}" srcOrd="0" destOrd="0" presId="urn:microsoft.com/office/officeart/2005/8/layout/orgChart1"/>
    <dgm:cxn modelId="{496BA282-DB6C-401E-9D5C-630EAD1773EC}" srcId="{EBD35009-3A9D-4042-9E0C-0D9DAA344C04}" destId="{93D9F722-3275-44A4-A818-EC63F5F730BB}" srcOrd="0" destOrd="0" parTransId="{FDCC09ED-7F9E-4048-BF76-D351E7D2E1DC}" sibTransId="{430FB92C-5D0E-4735-A942-BA0679CD1F15}"/>
    <dgm:cxn modelId="{CC3BDEA7-676E-4900-8C48-C8BDBA41D17D}" srcId="{EBD35009-3A9D-4042-9E0C-0D9DAA344C04}" destId="{35D0678F-E9DE-437B-AA01-DD5849D4346C}" srcOrd="1" destOrd="0" parTransId="{2817E722-3825-4134-BC50-BE8103A56B5C}" sibTransId="{3B8D72E3-EBDA-4629-A1E1-54DFE2E656C0}"/>
    <dgm:cxn modelId="{852CC6A8-6D91-4001-9D3A-93384231FCE6}" type="presOf" srcId="{128ED7C1-F5F1-467E-B1F5-005D3785921F}" destId="{7A87091B-9E7B-4207-9E2F-44AA49DB96A9}" srcOrd="1" destOrd="0" presId="urn:microsoft.com/office/officeart/2005/8/layout/orgChart1"/>
    <dgm:cxn modelId="{3C245CAD-FD0B-4EF5-A388-2C7EBC5B8367}" type="presOf" srcId="{8D785CC6-B4FF-47D4-AFA8-ED8D0F2A50DC}" destId="{A46B871A-F766-466D-9592-50E424702462}" srcOrd="0" destOrd="0" presId="urn:microsoft.com/office/officeart/2005/8/layout/orgChart1"/>
    <dgm:cxn modelId="{9F6975B9-8C3A-47EF-BFF4-C8074F08F3DA}" srcId="{93D9F722-3275-44A4-A818-EC63F5F730BB}" destId="{128ED7C1-F5F1-467E-B1F5-005D3785921F}" srcOrd="0" destOrd="0" parTransId="{8D785CC6-B4FF-47D4-AFA8-ED8D0F2A50DC}" sibTransId="{0CBE058B-5AE3-4781-828B-A7ABE67D98BE}"/>
    <dgm:cxn modelId="{CA38EABE-1A1B-42A5-A5BA-09EC02566384}" type="presOf" srcId="{B81F11A4-65B2-49D3-A21D-DE8DE8EAC5AB}" destId="{2BBF5208-4E15-4269-88C2-AFB8761DA58D}" srcOrd="0" destOrd="0" presId="urn:microsoft.com/office/officeart/2005/8/layout/orgChart1"/>
    <dgm:cxn modelId="{A180B8D5-3F3E-402C-9AEF-A7ED38A43B62}" type="presOf" srcId="{8DF32FA9-7263-418E-9A79-D7F0AD1CE6D0}" destId="{24C8900D-B300-4355-9576-1FB2C74C6D0B}" srcOrd="1" destOrd="0" presId="urn:microsoft.com/office/officeart/2005/8/layout/orgChart1"/>
    <dgm:cxn modelId="{9149E5DD-35F2-4B16-A4B8-13EADC237CC4}" srcId="{EBD35009-3A9D-4042-9E0C-0D9DAA344C04}" destId="{8DF32FA9-7263-418E-9A79-D7F0AD1CE6D0}" srcOrd="3" destOrd="0" parTransId="{73E8F1A5-BAC6-426D-97D5-9A76B54FB47F}" sibTransId="{092F60A9-45FF-4BFA-B1D9-6F45439C9C64}"/>
    <dgm:cxn modelId="{ECB457DF-ECBB-4AA9-A824-E8CA53F7B33B}" type="presOf" srcId="{B81F11A4-65B2-49D3-A21D-DE8DE8EAC5AB}" destId="{42172711-F489-4DB2-8650-BB944162F6CB}" srcOrd="1" destOrd="0" presId="urn:microsoft.com/office/officeart/2005/8/layout/orgChart1"/>
    <dgm:cxn modelId="{C2316650-5C1F-402E-B5FB-64DD5D7045C4}" type="presParOf" srcId="{8DBD3E9B-A106-4ED2-A3C3-12C1DCA68EDC}" destId="{2689DFE4-A69A-4C87-A4C2-286C9F8D872D}" srcOrd="0" destOrd="0" presId="urn:microsoft.com/office/officeart/2005/8/layout/orgChart1"/>
    <dgm:cxn modelId="{3D366D53-3943-4CE5-84F8-C215F3CB314F}" type="presParOf" srcId="{2689DFE4-A69A-4C87-A4C2-286C9F8D872D}" destId="{823A44CE-1405-4CB6-966B-C85D5A1106FA}" srcOrd="0" destOrd="0" presId="urn:microsoft.com/office/officeart/2005/8/layout/orgChart1"/>
    <dgm:cxn modelId="{8BEF30BA-1DC5-46DC-B335-E80EA7E36B18}" type="presParOf" srcId="{823A44CE-1405-4CB6-966B-C85D5A1106FA}" destId="{630B2B8B-1B55-4613-AA8B-0196C26A6DB2}" srcOrd="0" destOrd="0" presId="urn:microsoft.com/office/officeart/2005/8/layout/orgChart1"/>
    <dgm:cxn modelId="{D033F6FA-CBF2-4650-943C-FE8A2ED948BE}" type="presParOf" srcId="{823A44CE-1405-4CB6-966B-C85D5A1106FA}" destId="{E61B98C2-CB63-43DF-869C-E9174FD2D094}" srcOrd="1" destOrd="0" presId="urn:microsoft.com/office/officeart/2005/8/layout/orgChart1"/>
    <dgm:cxn modelId="{B2B18E0D-A039-4741-8CA0-739B0A0E6B9F}" type="presParOf" srcId="{2689DFE4-A69A-4C87-A4C2-286C9F8D872D}" destId="{C7F31EFE-BB68-431E-8737-04C14EF1719E}" srcOrd="1" destOrd="0" presId="urn:microsoft.com/office/officeart/2005/8/layout/orgChart1"/>
    <dgm:cxn modelId="{DFC3B08B-5392-453B-AA54-C037BB9519BE}" type="presParOf" srcId="{C7F31EFE-BB68-431E-8737-04C14EF1719E}" destId="{A46B871A-F766-466D-9592-50E424702462}" srcOrd="0" destOrd="0" presId="urn:microsoft.com/office/officeart/2005/8/layout/orgChart1"/>
    <dgm:cxn modelId="{CDB76044-2C98-439B-9988-53A136BA58DA}" type="presParOf" srcId="{C7F31EFE-BB68-431E-8737-04C14EF1719E}" destId="{154D5DF5-80EE-45A7-90AD-F913B40B999E}" srcOrd="1" destOrd="0" presId="urn:microsoft.com/office/officeart/2005/8/layout/orgChart1"/>
    <dgm:cxn modelId="{ED2B4EF4-BE5F-4CC0-98A7-D3A1FC60D2C9}" type="presParOf" srcId="{154D5DF5-80EE-45A7-90AD-F913B40B999E}" destId="{60476879-DD46-486A-894A-24023E3A2911}" srcOrd="0" destOrd="0" presId="urn:microsoft.com/office/officeart/2005/8/layout/orgChart1"/>
    <dgm:cxn modelId="{4F89257D-05F5-4B11-BB30-6FDEF6FB1D16}" type="presParOf" srcId="{60476879-DD46-486A-894A-24023E3A2911}" destId="{6564BF7F-3F4C-43E1-9AD5-9C468484D264}" srcOrd="0" destOrd="0" presId="urn:microsoft.com/office/officeart/2005/8/layout/orgChart1"/>
    <dgm:cxn modelId="{2BD8D6D5-441A-442A-8E70-5B46E24C5055}" type="presParOf" srcId="{60476879-DD46-486A-894A-24023E3A2911}" destId="{7A87091B-9E7B-4207-9E2F-44AA49DB96A9}" srcOrd="1" destOrd="0" presId="urn:microsoft.com/office/officeart/2005/8/layout/orgChart1"/>
    <dgm:cxn modelId="{6227B523-4701-4837-BD11-AB4FD649EC00}" type="presParOf" srcId="{154D5DF5-80EE-45A7-90AD-F913B40B999E}" destId="{4A4CB127-6943-43DA-8072-FFFD2DC91958}" srcOrd="1" destOrd="0" presId="urn:microsoft.com/office/officeart/2005/8/layout/orgChart1"/>
    <dgm:cxn modelId="{0A1DEBE1-6074-4CB3-B7D1-63F80025D81D}" type="presParOf" srcId="{154D5DF5-80EE-45A7-90AD-F913B40B999E}" destId="{EF00BB21-C853-43E5-9345-654A97CAD6D2}" srcOrd="2" destOrd="0" presId="urn:microsoft.com/office/officeart/2005/8/layout/orgChart1"/>
    <dgm:cxn modelId="{B7DCE8A4-BE53-46AC-9634-900513B145AA}" type="presParOf" srcId="{2689DFE4-A69A-4C87-A4C2-286C9F8D872D}" destId="{C6CBCFCF-7244-4D36-B021-D3198A81A775}" srcOrd="2" destOrd="0" presId="urn:microsoft.com/office/officeart/2005/8/layout/orgChart1"/>
    <dgm:cxn modelId="{2C3DA4E7-8D2F-4285-8747-5AD36A242BD8}" type="presParOf" srcId="{8DBD3E9B-A106-4ED2-A3C3-12C1DCA68EDC}" destId="{F5D1FE7E-0A08-4CBC-81D6-0B188D8DC6F8}" srcOrd="1" destOrd="0" presId="urn:microsoft.com/office/officeart/2005/8/layout/orgChart1"/>
    <dgm:cxn modelId="{90978523-603E-4421-9640-35AFA21A64D7}" type="presParOf" srcId="{F5D1FE7E-0A08-4CBC-81D6-0B188D8DC6F8}" destId="{87D14E47-3C16-49B3-BDB1-7F970988075F}" srcOrd="0" destOrd="0" presId="urn:microsoft.com/office/officeart/2005/8/layout/orgChart1"/>
    <dgm:cxn modelId="{5B8C066A-0ADF-4DF2-855D-AD1F8A574809}" type="presParOf" srcId="{87D14E47-3C16-49B3-BDB1-7F970988075F}" destId="{4B7860BC-D9FF-4A5B-95E9-4CC9F82E705B}" srcOrd="0" destOrd="0" presId="urn:microsoft.com/office/officeart/2005/8/layout/orgChart1"/>
    <dgm:cxn modelId="{C4102FF4-0F50-421B-8FA3-3C3B534458FE}" type="presParOf" srcId="{87D14E47-3C16-49B3-BDB1-7F970988075F}" destId="{EBB6A2C7-E0F5-4495-B882-C33CBC7F93AD}" srcOrd="1" destOrd="0" presId="urn:microsoft.com/office/officeart/2005/8/layout/orgChart1"/>
    <dgm:cxn modelId="{8E54FA45-9D8A-4072-AA11-65F8AB2C7B90}" type="presParOf" srcId="{F5D1FE7E-0A08-4CBC-81D6-0B188D8DC6F8}" destId="{F5B0A44C-0A09-45CD-917A-7144221F0688}" srcOrd="1" destOrd="0" presId="urn:microsoft.com/office/officeart/2005/8/layout/orgChart1"/>
    <dgm:cxn modelId="{670E3CA3-C151-4763-983B-E5328AC72B79}" type="presParOf" srcId="{F5D1FE7E-0A08-4CBC-81D6-0B188D8DC6F8}" destId="{35B73B05-A50A-4634-A6E4-DD9B087786CE}" srcOrd="2" destOrd="0" presId="urn:microsoft.com/office/officeart/2005/8/layout/orgChart1"/>
    <dgm:cxn modelId="{B37320F5-3B79-4864-B795-4022CBBD4FAB}" type="presParOf" srcId="{8DBD3E9B-A106-4ED2-A3C3-12C1DCA68EDC}" destId="{BC07298A-915D-4B4E-B1F8-24F642D5940D}" srcOrd="2" destOrd="0" presId="urn:microsoft.com/office/officeart/2005/8/layout/orgChart1"/>
    <dgm:cxn modelId="{DE0C44F7-4431-4FA3-94E3-DF296C72A731}" type="presParOf" srcId="{BC07298A-915D-4B4E-B1F8-24F642D5940D}" destId="{C0942781-E2A2-4ED9-8A75-AB6DF2B03B06}" srcOrd="0" destOrd="0" presId="urn:microsoft.com/office/officeart/2005/8/layout/orgChart1"/>
    <dgm:cxn modelId="{8C78485E-D34D-463E-A028-E2CE540FBDAD}" type="presParOf" srcId="{C0942781-E2A2-4ED9-8A75-AB6DF2B03B06}" destId="{2BBF5208-4E15-4269-88C2-AFB8761DA58D}" srcOrd="0" destOrd="0" presId="urn:microsoft.com/office/officeart/2005/8/layout/orgChart1"/>
    <dgm:cxn modelId="{D01DD89E-ABC7-40FC-8F85-ACDA0325CFCC}" type="presParOf" srcId="{C0942781-E2A2-4ED9-8A75-AB6DF2B03B06}" destId="{42172711-F489-4DB2-8650-BB944162F6CB}" srcOrd="1" destOrd="0" presId="urn:microsoft.com/office/officeart/2005/8/layout/orgChart1"/>
    <dgm:cxn modelId="{D2008C11-A5DE-4885-B798-FD09D8C98324}" type="presParOf" srcId="{BC07298A-915D-4B4E-B1F8-24F642D5940D}" destId="{6D6540CA-E991-49CB-9A38-752849A51BE0}" srcOrd="1" destOrd="0" presId="urn:microsoft.com/office/officeart/2005/8/layout/orgChart1"/>
    <dgm:cxn modelId="{9D6B7A5F-632E-4DFF-B9A3-7A949A199229}" type="presParOf" srcId="{BC07298A-915D-4B4E-B1F8-24F642D5940D}" destId="{1FBDAABE-1159-4EA4-9C71-F7DFF27424AE}" srcOrd="2" destOrd="0" presId="urn:microsoft.com/office/officeart/2005/8/layout/orgChart1"/>
    <dgm:cxn modelId="{6A142B51-7A95-41BA-B206-8EA058F88985}" type="presParOf" srcId="{8DBD3E9B-A106-4ED2-A3C3-12C1DCA68EDC}" destId="{917C4569-0BED-491A-92F1-D149CAE74DF1}" srcOrd="3" destOrd="0" presId="urn:microsoft.com/office/officeart/2005/8/layout/orgChart1"/>
    <dgm:cxn modelId="{8723BE8A-C2CF-4E4C-8532-85DCE1CD8F3B}" type="presParOf" srcId="{917C4569-0BED-491A-92F1-D149CAE74DF1}" destId="{DF71B905-BE38-41F0-AF05-50898986E4D5}" srcOrd="0" destOrd="0" presId="urn:microsoft.com/office/officeart/2005/8/layout/orgChart1"/>
    <dgm:cxn modelId="{2FC7BCCC-B43D-4F84-9A8A-B45CEF60D860}" type="presParOf" srcId="{DF71B905-BE38-41F0-AF05-50898986E4D5}" destId="{9D00EE79-50C3-44DB-8F79-C34B7F05652D}" srcOrd="0" destOrd="0" presId="urn:microsoft.com/office/officeart/2005/8/layout/orgChart1"/>
    <dgm:cxn modelId="{A736136A-6277-4834-B1C1-7180A841CD3A}" type="presParOf" srcId="{DF71B905-BE38-41F0-AF05-50898986E4D5}" destId="{24C8900D-B300-4355-9576-1FB2C74C6D0B}" srcOrd="1" destOrd="0" presId="urn:microsoft.com/office/officeart/2005/8/layout/orgChart1"/>
    <dgm:cxn modelId="{F808BBA5-F837-4453-B66C-DE0B4BC9450C}" type="presParOf" srcId="{917C4569-0BED-491A-92F1-D149CAE74DF1}" destId="{4D1CF7F2-DC14-4F8E-BE14-CC30C08C8C75}" srcOrd="1" destOrd="0" presId="urn:microsoft.com/office/officeart/2005/8/layout/orgChart1"/>
    <dgm:cxn modelId="{663CCDF6-6C39-4480-8D73-2A72F309775E}" type="presParOf" srcId="{917C4569-0BED-491A-92F1-D149CAE74DF1}" destId="{4ADAD5F9-0D7A-4536-8B5D-AAC75CC986F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FEBDB4-7C47-4B1B-9FD3-237673F7542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8882A87B-B583-4E8C-A665-6554687E4A74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dirty="0"/>
            <a:t>Ingresa solicitud</a:t>
          </a:r>
        </a:p>
      </dgm:t>
    </dgm:pt>
    <dgm:pt modelId="{32B584E5-0F33-47A7-9A9B-287859241F15}" type="parTrans" cxnId="{4A9D921E-C4BD-4509-9067-76D056F5D2AD}">
      <dgm:prSet/>
      <dgm:spPr/>
      <dgm:t>
        <a:bodyPr/>
        <a:lstStyle/>
        <a:p>
          <a:endParaRPr lang="es-CL"/>
        </a:p>
      </dgm:t>
    </dgm:pt>
    <dgm:pt modelId="{B9B7DCF7-DCBA-4F18-93B4-799969CE6012}" type="sibTrans" cxnId="{4A9D921E-C4BD-4509-9067-76D056F5D2AD}">
      <dgm:prSet/>
      <dgm:spPr/>
      <dgm:t>
        <a:bodyPr/>
        <a:lstStyle/>
        <a:p>
          <a:endParaRPr lang="es-CL"/>
        </a:p>
      </dgm:t>
    </dgm:pt>
    <dgm:pt modelId="{557044DE-EF78-4C36-9A0C-D3984636A2CB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dirty="0"/>
            <a:t>Se designa profesional para elaboración del informe</a:t>
          </a:r>
        </a:p>
      </dgm:t>
    </dgm:pt>
    <dgm:pt modelId="{5EC50C50-F8A3-4869-BF22-5FF09FB89896}" type="parTrans" cxnId="{8D78ED62-F5EE-4BDC-B1E1-738C2976FDB1}">
      <dgm:prSet/>
      <dgm:spPr/>
      <dgm:t>
        <a:bodyPr/>
        <a:lstStyle/>
        <a:p>
          <a:endParaRPr lang="es-CL"/>
        </a:p>
      </dgm:t>
    </dgm:pt>
    <dgm:pt modelId="{3DD3FB52-768E-4E68-8C38-D734D4D20715}" type="sibTrans" cxnId="{8D78ED62-F5EE-4BDC-B1E1-738C2976FDB1}">
      <dgm:prSet/>
      <dgm:spPr/>
      <dgm:t>
        <a:bodyPr/>
        <a:lstStyle/>
        <a:p>
          <a:endParaRPr lang="es-CL"/>
        </a:p>
      </dgm:t>
    </dgm:pt>
    <dgm:pt modelId="{0BF1D85D-4C26-40D7-A512-0A75CE1844C7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/>
            <a:t>Se realiza la visita y la producción del informe</a:t>
          </a:r>
          <a:endParaRPr lang="es-CL" dirty="0"/>
        </a:p>
      </dgm:t>
    </dgm:pt>
    <dgm:pt modelId="{C6056ED1-B895-4602-A759-1DAB057727D5}" type="parTrans" cxnId="{0F9539BE-7601-4A34-B256-4641A80BE546}">
      <dgm:prSet/>
      <dgm:spPr/>
      <dgm:t>
        <a:bodyPr/>
        <a:lstStyle/>
        <a:p>
          <a:endParaRPr lang="es-CL"/>
        </a:p>
      </dgm:t>
    </dgm:pt>
    <dgm:pt modelId="{60C1404B-6CFB-475B-8351-068243D264F2}" type="sibTrans" cxnId="{0F9539BE-7601-4A34-B256-4641A80BE546}">
      <dgm:prSet/>
      <dgm:spPr/>
      <dgm:t>
        <a:bodyPr/>
        <a:lstStyle/>
        <a:p>
          <a:endParaRPr lang="es-CL"/>
        </a:p>
      </dgm:t>
    </dgm:pt>
    <dgm:pt modelId="{E28AEC01-81E3-49E3-8625-EF52F7151313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b="1" dirty="0"/>
            <a:t>Encargado(a) de Prevención Comunitaria y Programas </a:t>
          </a:r>
          <a:r>
            <a:rPr lang="es-CL" dirty="0"/>
            <a:t>revisa informe</a:t>
          </a:r>
        </a:p>
      </dgm:t>
    </dgm:pt>
    <dgm:pt modelId="{B5F21B6A-B0F7-44D8-AB75-3A971FACD8BF}" type="parTrans" cxnId="{40DD486E-7852-47FE-B7B2-F67A08821877}">
      <dgm:prSet/>
      <dgm:spPr/>
      <dgm:t>
        <a:bodyPr/>
        <a:lstStyle/>
        <a:p>
          <a:endParaRPr lang="es-CL"/>
        </a:p>
      </dgm:t>
    </dgm:pt>
    <dgm:pt modelId="{8A7299DC-6E9D-4467-ABC2-DBCC50E4CB7D}" type="sibTrans" cxnId="{40DD486E-7852-47FE-B7B2-F67A08821877}">
      <dgm:prSet/>
      <dgm:spPr/>
      <dgm:t>
        <a:bodyPr/>
        <a:lstStyle/>
        <a:p>
          <a:endParaRPr lang="es-CL"/>
        </a:p>
      </dgm:t>
    </dgm:pt>
    <dgm:pt modelId="{14FDB48B-46F2-483B-9EF4-964EBFAA512F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dirty="0"/>
            <a:t>Envío informe a </a:t>
          </a:r>
          <a:r>
            <a:rPr lang="es-CL" b="1" dirty="0"/>
            <a:t>Encargado(a) Prevención y Programas</a:t>
          </a:r>
        </a:p>
      </dgm:t>
    </dgm:pt>
    <dgm:pt modelId="{C697C148-D38A-4849-BE54-105A9C565E35}" type="parTrans" cxnId="{F843196A-53E2-4FE8-8629-8A2075FC29C0}">
      <dgm:prSet/>
      <dgm:spPr/>
      <dgm:t>
        <a:bodyPr/>
        <a:lstStyle/>
        <a:p>
          <a:endParaRPr lang="es-CL"/>
        </a:p>
      </dgm:t>
    </dgm:pt>
    <dgm:pt modelId="{11CD5D97-007E-400B-8951-B9200FFCE962}" type="sibTrans" cxnId="{F843196A-53E2-4FE8-8629-8A2075FC29C0}">
      <dgm:prSet/>
      <dgm:spPr/>
      <dgm:t>
        <a:bodyPr/>
        <a:lstStyle/>
        <a:p>
          <a:endParaRPr lang="es-CL"/>
        </a:p>
      </dgm:t>
    </dgm:pt>
    <dgm:pt modelId="{0668A3FF-E5F5-46CC-ADAD-1B10F63D61A0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dirty="0"/>
            <a:t>Validación final del/la Director(a)</a:t>
          </a:r>
        </a:p>
      </dgm:t>
    </dgm:pt>
    <dgm:pt modelId="{564420FE-7D76-4B8F-9E83-631E2A7C0E90}" type="parTrans" cxnId="{751531EB-C613-430E-B995-33E30D76813E}">
      <dgm:prSet/>
      <dgm:spPr/>
      <dgm:t>
        <a:bodyPr/>
        <a:lstStyle/>
        <a:p>
          <a:endParaRPr lang="es-CL"/>
        </a:p>
      </dgm:t>
    </dgm:pt>
    <dgm:pt modelId="{14C3358D-6674-4539-AB9D-C7793F435120}" type="sibTrans" cxnId="{751531EB-C613-430E-B995-33E30D76813E}">
      <dgm:prSet/>
      <dgm:spPr/>
      <dgm:t>
        <a:bodyPr/>
        <a:lstStyle/>
        <a:p>
          <a:endParaRPr lang="es-CL"/>
        </a:p>
      </dgm:t>
    </dgm:pt>
    <dgm:pt modelId="{E159004B-02CE-4B2F-A17E-E838605449A5}">
      <dgm:prSet phldrT="[Texto]" phldr="0"/>
      <dgm:spPr>
        <a:solidFill>
          <a:srgbClr val="2E306B"/>
        </a:solidFill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r>
            <a:rPr lang="es-CL" dirty="0"/>
            <a:t>Entrega formal del informe al destinatario</a:t>
          </a:r>
        </a:p>
      </dgm:t>
    </dgm:pt>
    <dgm:pt modelId="{E21D751A-F0EA-4EED-86F3-C22BB95F8996}" type="parTrans" cxnId="{C2A499FA-7120-4B71-BB48-C67C63DE1F1C}">
      <dgm:prSet/>
      <dgm:spPr/>
      <dgm:t>
        <a:bodyPr/>
        <a:lstStyle/>
        <a:p>
          <a:endParaRPr lang="es-CL"/>
        </a:p>
      </dgm:t>
    </dgm:pt>
    <dgm:pt modelId="{5FC6CD39-63A8-4F62-87E2-7918AC71815D}" type="sibTrans" cxnId="{C2A499FA-7120-4B71-BB48-C67C63DE1F1C}">
      <dgm:prSet/>
      <dgm:spPr/>
      <dgm:t>
        <a:bodyPr/>
        <a:lstStyle/>
        <a:p>
          <a:endParaRPr lang="es-CL"/>
        </a:p>
      </dgm:t>
    </dgm:pt>
    <dgm:pt modelId="{C9FAF66C-6E2E-4268-9580-776D7EA4AEE7}" type="pres">
      <dgm:prSet presAssocID="{28FEBDB4-7C47-4B1B-9FD3-237673F7542C}" presName="diagram" presStyleCnt="0">
        <dgm:presLayoutVars>
          <dgm:dir/>
          <dgm:resizeHandles val="exact"/>
        </dgm:presLayoutVars>
      </dgm:prSet>
      <dgm:spPr/>
    </dgm:pt>
    <dgm:pt modelId="{7E8BEFAF-0990-4A61-B0F9-25899F17AF44}" type="pres">
      <dgm:prSet presAssocID="{8882A87B-B583-4E8C-A665-6554687E4A74}" presName="node" presStyleLbl="node1" presStyleIdx="0" presStyleCnt="7">
        <dgm:presLayoutVars>
          <dgm:bulletEnabled val="1"/>
        </dgm:presLayoutVars>
      </dgm:prSet>
      <dgm:spPr/>
    </dgm:pt>
    <dgm:pt modelId="{8A93A3F2-B409-4365-AD92-B61942510CB8}" type="pres">
      <dgm:prSet presAssocID="{B9B7DCF7-DCBA-4F18-93B4-799969CE6012}" presName="sibTrans" presStyleLbl="sibTrans2D1" presStyleIdx="0" presStyleCnt="6"/>
      <dgm:spPr/>
    </dgm:pt>
    <dgm:pt modelId="{14E755A9-4C97-4B33-B5DE-6EC94D91651A}" type="pres">
      <dgm:prSet presAssocID="{B9B7DCF7-DCBA-4F18-93B4-799969CE6012}" presName="connectorText" presStyleLbl="sibTrans2D1" presStyleIdx="0" presStyleCnt="6"/>
      <dgm:spPr/>
    </dgm:pt>
    <dgm:pt modelId="{6C5F9336-8467-475F-9562-834060A36F04}" type="pres">
      <dgm:prSet presAssocID="{557044DE-EF78-4C36-9A0C-D3984636A2CB}" presName="node" presStyleLbl="node1" presStyleIdx="1" presStyleCnt="7">
        <dgm:presLayoutVars>
          <dgm:bulletEnabled val="1"/>
        </dgm:presLayoutVars>
      </dgm:prSet>
      <dgm:spPr/>
    </dgm:pt>
    <dgm:pt modelId="{ECD0DA4A-878C-40B0-BF9E-D48E18CF1791}" type="pres">
      <dgm:prSet presAssocID="{3DD3FB52-768E-4E68-8C38-D734D4D20715}" presName="sibTrans" presStyleLbl="sibTrans2D1" presStyleIdx="1" presStyleCnt="6"/>
      <dgm:spPr/>
    </dgm:pt>
    <dgm:pt modelId="{54344542-0A0E-4815-A60E-144CB4EA9D96}" type="pres">
      <dgm:prSet presAssocID="{3DD3FB52-768E-4E68-8C38-D734D4D20715}" presName="connectorText" presStyleLbl="sibTrans2D1" presStyleIdx="1" presStyleCnt="6"/>
      <dgm:spPr/>
    </dgm:pt>
    <dgm:pt modelId="{1179B427-620D-420F-A449-93B141238A51}" type="pres">
      <dgm:prSet presAssocID="{0BF1D85D-4C26-40D7-A512-0A75CE1844C7}" presName="node" presStyleLbl="node1" presStyleIdx="2" presStyleCnt="7">
        <dgm:presLayoutVars>
          <dgm:bulletEnabled val="1"/>
        </dgm:presLayoutVars>
      </dgm:prSet>
      <dgm:spPr/>
    </dgm:pt>
    <dgm:pt modelId="{749A5D80-2326-4BDA-A6EF-64B70871BE35}" type="pres">
      <dgm:prSet presAssocID="{60C1404B-6CFB-475B-8351-068243D264F2}" presName="sibTrans" presStyleLbl="sibTrans2D1" presStyleIdx="2" presStyleCnt="6"/>
      <dgm:spPr/>
    </dgm:pt>
    <dgm:pt modelId="{7C9D0F3B-75C6-48BF-A5A2-0EB6F4D92B7F}" type="pres">
      <dgm:prSet presAssocID="{60C1404B-6CFB-475B-8351-068243D264F2}" presName="connectorText" presStyleLbl="sibTrans2D1" presStyleIdx="2" presStyleCnt="6"/>
      <dgm:spPr/>
    </dgm:pt>
    <dgm:pt modelId="{312E8DD7-94F6-4E40-8656-24F1D65B76CA}" type="pres">
      <dgm:prSet presAssocID="{E28AEC01-81E3-49E3-8625-EF52F7151313}" presName="node" presStyleLbl="node1" presStyleIdx="3" presStyleCnt="7">
        <dgm:presLayoutVars>
          <dgm:bulletEnabled val="1"/>
        </dgm:presLayoutVars>
      </dgm:prSet>
      <dgm:spPr/>
    </dgm:pt>
    <dgm:pt modelId="{21153FEA-707D-4C38-BA40-F4D6557B2EEA}" type="pres">
      <dgm:prSet presAssocID="{8A7299DC-6E9D-4467-ABC2-DBCC50E4CB7D}" presName="sibTrans" presStyleLbl="sibTrans2D1" presStyleIdx="3" presStyleCnt="6"/>
      <dgm:spPr/>
    </dgm:pt>
    <dgm:pt modelId="{E409878B-02E9-48F6-A2EB-64BFC196109D}" type="pres">
      <dgm:prSet presAssocID="{8A7299DC-6E9D-4467-ABC2-DBCC50E4CB7D}" presName="connectorText" presStyleLbl="sibTrans2D1" presStyleIdx="3" presStyleCnt="6"/>
      <dgm:spPr/>
    </dgm:pt>
    <dgm:pt modelId="{779E64B7-B0F1-4289-89C1-D1E52ACF124D}" type="pres">
      <dgm:prSet presAssocID="{14FDB48B-46F2-483B-9EF4-964EBFAA512F}" presName="node" presStyleLbl="node1" presStyleIdx="4" presStyleCnt="7">
        <dgm:presLayoutVars>
          <dgm:bulletEnabled val="1"/>
        </dgm:presLayoutVars>
      </dgm:prSet>
      <dgm:spPr/>
    </dgm:pt>
    <dgm:pt modelId="{5FEF5B34-9241-448B-9E01-24572F60CC3A}" type="pres">
      <dgm:prSet presAssocID="{11CD5D97-007E-400B-8951-B9200FFCE962}" presName="sibTrans" presStyleLbl="sibTrans2D1" presStyleIdx="4" presStyleCnt="6"/>
      <dgm:spPr/>
    </dgm:pt>
    <dgm:pt modelId="{9631F9FF-E6A4-44AC-AE07-006A9DD3D90C}" type="pres">
      <dgm:prSet presAssocID="{11CD5D97-007E-400B-8951-B9200FFCE962}" presName="connectorText" presStyleLbl="sibTrans2D1" presStyleIdx="4" presStyleCnt="6"/>
      <dgm:spPr/>
    </dgm:pt>
    <dgm:pt modelId="{29EE7FFE-FFC2-4A3E-99F4-80D8FDADC0A1}" type="pres">
      <dgm:prSet presAssocID="{0668A3FF-E5F5-46CC-ADAD-1B10F63D61A0}" presName="node" presStyleLbl="node1" presStyleIdx="5" presStyleCnt="7">
        <dgm:presLayoutVars>
          <dgm:bulletEnabled val="1"/>
        </dgm:presLayoutVars>
      </dgm:prSet>
      <dgm:spPr/>
    </dgm:pt>
    <dgm:pt modelId="{F04F0CC8-4489-47A8-AC16-8AF74F02CD79}" type="pres">
      <dgm:prSet presAssocID="{14C3358D-6674-4539-AB9D-C7793F435120}" presName="sibTrans" presStyleLbl="sibTrans2D1" presStyleIdx="5" presStyleCnt="6"/>
      <dgm:spPr/>
    </dgm:pt>
    <dgm:pt modelId="{1C614E9B-8B0B-4E91-B2EC-6CD54431B3DB}" type="pres">
      <dgm:prSet presAssocID="{14C3358D-6674-4539-AB9D-C7793F435120}" presName="connectorText" presStyleLbl="sibTrans2D1" presStyleIdx="5" presStyleCnt="6"/>
      <dgm:spPr/>
    </dgm:pt>
    <dgm:pt modelId="{5ED272F8-6A13-49E7-A55D-4E1056CD9251}" type="pres">
      <dgm:prSet presAssocID="{E159004B-02CE-4B2F-A17E-E838605449A5}" presName="node" presStyleLbl="node1" presStyleIdx="6" presStyleCnt="7">
        <dgm:presLayoutVars>
          <dgm:bulletEnabled val="1"/>
        </dgm:presLayoutVars>
      </dgm:prSet>
      <dgm:spPr/>
    </dgm:pt>
  </dgm:ptLst>
  <dgm:cxnLst>
    <dgm:cxn modelId="{38540A03-C037-41B5-A129-48CF8F97E39F}" type="presOf" srcId="{8A7299DC-6E9D-4467-ABC2-DBCC50E4CB7D}" destId="{E409878B-02E9-48F6-A2EB-64BFC196109D}" srcOrd="1" destOrd="0" presId="urn:microsoft.com/office/officeart/2005/8/layout/process5"/>
    <dgm:cxn modelId="{BDE98B15-7F6F-48F6-A869-3A42232F2AD1}" type="presOf" srcId="{E28AEC01-81E3-49E3-8625-EF52F7151313}" destId="{312E8DD7-94F6-4E40-8656-24F1D65B76CA}" srcOrd="0" destOrd="0" presId="urn:microsoft.com/office/officeart/2005/8/layout/process5"/>
    <dgm:cxn modelId="{4A9D921E-C4BD-4509-9067-76D056F5D2AD}" srcId="{28FEBDB4-7C47-4B1B-9FD3-237673F7542C}" destId="{8882A87B-B583-4E8C-A665-6554687E4A74}" srcOrd="0" destOrd="0" parTransId="{32B584E5-0F33-47A7-9A9B-287859241F15}" sibTransId="{B9B7DCF7-DCBA-4F18-93B4-799969CE6012}"/>
    <dgm:cxn modelId="{0AE2AD28-858C-4E28-BA09-D53B4B7F3AE2}" type="presOf" srcId="{0BF1D85D-4C26-40D7-A512-0A75CE1844C7}" destId="{1179B427-620D-420F-A449-93B141238A51}" srcOrd="0" destOrd="0" presId="urn:microsoft.com/office/officeart/2005/8/layout/process5"/>
    <dgm:cxn modelId="{AF5E1D30-7C3F-4D9A-A1BB-10A3049D412A}" type="presOf" srcId="{B9B7DCF7-DCBA-4F18-93B4-799969CE6012}" destId="{14E755A9-4C97-4B33-B5DE-6EC94D91651A}" srcOrd="1" destOrd="0" presId="urn:microsoft.com/office/officeart/2005/8/layout/process5"/>
    <dgm:cxn modelId="{8D78ED62-F5EE-4BDC-B1E1-738C2976FDB1}" srcId="{28FEBDB4-7C47-4B1B-9FD3-237673F7542C}" destId="{557044DE-EF78-4C36-9A0C-D3984636A2CB}" srcOrd="1" destOrd="0" parTransId="{5EC50C50-F8A3-4869-BF22-5FF09FB89896}" sibTransId="{3DD3FB52-768E-4E68-8C38-D734D4D20715}"/>
    <dgm:cxn modelId="{F843196A-53E2-4FE8-8629-8A2075FC29C0}" srcId="{28FEBDB4-7C47-4B1B-9FD3-237673F7542C}" destId="{14FDB48B-46F2-483B-9EF4-964EBFAA512F}" srcOrd="4" destOrd="0" parTransId="{C697C148-D38A-4849-BE54-105A9C565E35}" sibTransId="{11CD5D97-007E-400B-8951-B9200FFCE962}"/>
    <dgm:cxn modelId="{3436216D-0ABD-4FF5-B2F0-0221ED928935}" type="presOf" srcId="{11CD5D97-007E-400B-8951-B9200FFCE962}" destId="{9631F9FF-E6A4-44AC-AE07-006A9DD3D90C}" srcOrd="1" destOrd="0" presId="urn:microsoft.com/office/officeart/2005/8/layout/process5"/>
    <dgm:cxn modelId="{40DD486E-7852-47FE-B7B2-F67A08821877}" srcId="{28FEBDB4-7C47-4B1B-9FD3-237673F7542C}" destId="{E28AEC01-81E3-49E3-8625-EF52F7151313}" srcOrd="3" destOrd="0" parTransId="{B5F21B6A-B0F7-44D8-AB75-3A971FACD8BF}" sibTransId="{8A7299DC-6E9D-4467-ABC2-DBCC50E4CB7D}"/>
    <dgm:cxn modelId="{0646D652-ADD2-4EA8-91B1-1284FB288826}" type="presOf" srcId="{28FEBDB4-7C47-4B1B-9FD3-237673F7542C}" destId="{C9FAF66C-6E2E-4268-9580-776D7EA4AEE7}" srcOrd="0" destOrd="0" presId="urn:microsoft.com/office/officeart/2005/8/layout/process5"/>
    <dgm:cxn modelId="{A4745D7F-2BA1-42C7-BC47-5C8717D53FF4}" type="presOf" srcId="{3DD3FB52-768E-4E68-8C38-D734D4D20715}" destId="{ECD0DA4A-878C-40B0-BF9E-D48E18CF1791}" srcOrd="0" destOrd="0" presId="urn:microsoft.com/office/officeart/2005/8/layout/process5"/>
    <dgm:cxn modelId="{B76AFF86-4DB8-48A1-91BF-0D9320B87306}" type="presOf" srcId="{14FDB48B-46F2-483B-9EF4-964EBFAA512F}" destId="{779E64B7-B0F1-4289-89C1-D1E52ACF124D}" srcOrd="0" destOrd="0" presId="urn:microsoft.com/office/officeart/2005/8/layout/process5"/>
    <dgm:cxn modelId="{C54D4EA6-F696-4685-B379-CD88359AA30E}" type="presOf" srcId="{557044DE-EF78-4C36-9A0C-D3984636A2CB}" destId="{6C5F9336-8467-475F-9562-834060A36F04}" srcOrd="0" destOrd="0" presId="urn:microsoft.com/office/officeart/2005/8/layout/process5"/>
    <dgm:cxn modelId="{40A261A7-6658-4063-B282-A2CA08157B31}" type="presOf" srcId="{14C3358D-6674-4539-AB9D-C7793F435120}" destId="{1C614E9B-8B0B-4E91-B2EC-6CD54431B3DB}" srcOrd="1" destOrd="0" presId="urn:microsoft.com/office/officeart/2005/8/layout/process5"/>
    <dgm:cxn modelId="{CE554FB1-E5C3-45EE-A998-38B011E5C662}" type="presOf" srcId="{B9B7DCF7-DCBA-4F18-93B4-799969CE6012}" destId="{8A93A3F2-B409-4365-AD92-B61942510CB8}" srcOrd="0" destOrd="0" presId="urn:microsoft.com/office/officeart/2005/8/layout/process5"/>
    <dgm:cxn modelId="{EFB372B5-FE84-4947-9456-46C309D64C9C}" type="presOf" srcId="{14C3358D-6674-4539-AB9D-C7793F435120}" destId="{F04F0CC8-4489-47A8-AC16-8AF74F02CD79}" srcOrd="0" destOrd="0" presId="urn:microsoft.com/office/officeart/2005/8/layout/process5"/>
    <dgm:cxn modelId="{0F9539BE-7601-4A34-B256-4641A80BE546}" srcId="{28FEBDB4-7C47-4B1B-9FD3-237673F7542C}" destId="{0BF1D85D-4C26-40D7-A512-0A75CE1844C7}" srcOrd="2" destOrd="0" parTransId="{C6056ED1-B895-4602-A759-1DAB057727D5}" sibTransId="{60C1404B-6CFB-475B-8351-068243D264F2}"/>
    <dgm:cxn modelId="{1854A6C9-8E7C-4703-96FD-3B40D2955A21}" type="presOf" srcId="{60C1404B-6CFB-475B-8351-068243D264F2}" destId="{7C9D0F3B-75C6-48BF-A5A2-0EB6F4D92B7F}" srcOrd="1" destOrd="0" presId="urn:microsoft.com/office/officeart/2005/8/layout/process5"/>
    <dgm:cxn modelId="{C8B779CA-299D-4A17-BAA4-B1E26D9A32E2}" type="presOf" srcId="{8A7299DC-6E9D-4467-ABC2-DBCC50E4CB7D}" destId="{21153FEA-707D-4C38-BA40-F4D6557B2EEA}" srcOrd="0" destOrd="0" presId="urn:microsoft.com/office/officeart/2005/8/layout/process5"/>
    <dgm:cxn modelId="{C339C7CE-EDDB-46CA-9312-652947B1EC1B}" type="presOf" srcId="{0668A3FF-E5F5-46CC-ADAD-1B10F63D61A0}" destId="{29EE7FFE-FFC2-4A3E-99F4-80D8FDADC0A1}" srcOrd="0" destOrd="0" presId="urn:microsoft.com/office/officeart/2005/8/layout/process5"/>
    <dgm:cxn modelId="{9A9A3ADC-A807-4D79-B74A-E3223D8B672E}" type="presOf" srcId="{60C1404B-6CFB-475B-8351-068243D264F2}" destId="{749A5D80-2326-4BDA-A6EF-64B70871BE35}" srcOrd="0" destOrd="0" presId="urn:microsoft.com/office/officeart/2005/8/layout/process5"/>
    <dgm:cxn modelId="{A3425EDC-911D-482E-888A-0D987FE27DA3}" type="presOf" srcId="{8882A87B-B583-4E8C-A665-6554687E4A74}" destId="{7E8BEFAF-0990-4A61-B0F9-25899F17AF44}" srcOrd="0" destOrd="0" presId="urn:microsoft.com/office/officeart/2005/8/layout/process5"/>
    <dgm:cxn modelId="{BEB817DF-B709-4DA3-BEF6-3B90A6ED6BA4}" type="presOf" srcId="{3DD3FB52-768E-4E68-8C38-D734D4D20715}" destId="{54344542-0A0E-4815-A60E-144CB4EA9D96}" srcOrd="1" destOrd="0" presId="urn:microsoft.com/office/officeart/2005/8/layout/process5"/>
    <dgm:cxn modelId="{97F3A3E9-B089-43D5-B106-3B42549501D4}" type="presOf" srcId="{11CD5D97-007E-400B-8951-B9200FFCE962}" destId="{5FEF5B34-9241-448B-9E01-24572F60CC3A}" srcOrd="0" destOrd="0" presId="urn:microsoft.com/office/officeart/2005/8/layout/process5"/>
    <dgm:cxn modelId="{751531EB-C613-430E-B995-33E30D76813E}" srcId="{28FEBDB4-7C47-4B1B-9FD3-237673F7542C}" destId="{0668A3FF-E5F5-46CC-ADAD-1B10F63D61A0}" srcOrd="5" destOrd="0" parTransId="{564420FE-7D76-4B8F-9E83-631E2A7C0E90}" sibTransId="{14C3358D-6674-4539-AB9D-C7793F435120}"/>
    <dgm:cxn modelId="{20562CF7-F38D-46E7-B13C-0C36D98958D9}" type="presOf" srcId="{E159004B-02CE-4B2F-A17E-E838605449A5}" destId="{5ED272F8-6A13-49E7-A55D-4E1056CD9251}" srcOrd="0" destOrd="0" presId="urn:microsoft.com/office/officeart/2005/8/layout/process5"/>
    <dgm:cxn modelId="{C2A499FA-7120-4B71-BB48-C67C63DE1F1C}" srcId="{28FEBDB4-7C47-4B1B-9FD3-237673F7542C}" destId="{E159004B-02CE-4B2F-A17E-E838605449A5}" srcOrd="6" destOrd="0" parTransId="{E21D751A-F0EA-4EED-86F3-C22BB95F8996}" sibTransId="{5FC6CD39-63A8-4F62-87E2-7918AC71815D}"/>
    <dgm:cxn modelId="{436155F3-96E8-44F0-8E37-0E717983AED2}" type="presParOf" srcId="{C9FAF66C-6E2E-4268-9580-776D7EA4AEE7}" destId="{7E8BEFAF-0990-4A61-B0F9-25899F17AF44}" srcOrd="0" destOrd="0" presId="urn:microsoft.com/office/officeart/2005/8/layout/process5"/>
    <dgm:cxn modelId="{18229046-6495-40EC-9693-0F9D3604450B}" type="presParOf" srcId="{C9FAF66C-6E2E-4268-9580-776D7EA4AEE7}" destId="{8A93A3F2-B409-4365-AD92-B61942510CB8}" srcOrd="1" destOrd="0" presId="urn:microsoft.com/office/officeart/2005/8/layout/process5"/>
    <dgm:cxn modelId="{B19FCFF1-1067-4E3F-8A2F-B23AD8D273AD}" type="presParOf" srcId="{8A93A3F2-B409-4365-AD92-B61942510CB8}" destId="{14E755A9-4C97-4B33-B5DE-6EC94D91651A}" srcOrd="0" destOrd="0" presId="urn:microsoft.com/office/officeart/2005/8/layout/process5"/>
    <dgm:cxn modelId="{23A9C00E-368C-4622-A6F7-97D21305C2CA}" type="presParOf" srcId="{C9FAF66C-6E2E-4268-9580-776D7EA4AEE7}" destId="{6C5F9336-8467-475F-9562-834060A36F04}" srcOrd="2" destOrd="0" presId="urn:microsoft.com/office/officeart/2005/8/layout/process5"/>
    <dgm:cxn modelId="{F0824B2F-0032-4216-B441-D3C0BE84B1A1}" type="presParOf" srcId="{C9FAF66C-6E2E-4268-9580-776D7EA4AEE7}" destId="{ECD0DA4A-878C-40B0-BF9E-D48E18CF1791}" srcOrd="3" destOrd="0" presId="urn:microsoft.com/office/officeart/2005/8/layout/process5"/>
    <dgm:cxn modelId="{D9492917-D7AA-4A8F-AEA1-3EE059DA401F}" type="presParOf" srcId="{ECD0DA4A-878C-40B0-BF9E-D48E18CF1791}" destId="{54344542-0A0E-4815-A60E-144CB4EA9D96}" srcOrd="0" destOrd="0" presId="urn:microsoft.com/office/officeart/2005/8/layout/process5"/>
    <dgm:cxn modelId="{87C72F08-244C-453B-940E-83FA043CFFC8}" type="presParOf" srcId="{C9FAF66C-6E2E-4268-9580-776D7EA4AEE7}" destId="{1179B427-620D-420F-A449-93B141238A51}" srcOrd="4" destOrd="0" presId="urn:microsoft.com/office/officeart/2005/8/layout/process5"/>
    <dgm:cxn modelId="{0E92D717-760D-4DF2-88F9-80F7790A7A76}" type="presParOf" srcId="{C9FAF66C-6E2E-4268-9580-776D7EA4AEE7}" destId="{749A5D80-2326-4BDA-A6EF-64B70871BE35}" srcOrd="5" destOrd="0" presId="urn:microsoft.com/office/officeart/2005/8/layout/process5"/>
    <dgm:cxn modelId="{45CFAD47-B1E6-40BF-80D8-3B729C690036}" type="presParOf" srcId="{749A5D80-2326-4BDA-A6EF-64B70871BE35}" destId="{7C9D0F3B-75C6-48BF-A5A2-0EB6F4D92B7F}" srcOrd="0" destOrd="0" presId="urn:microsoft.com/office/officeart/2005/8/layout/process5"/>
    <dgm:cxn modelId="{FB6E76A3-9E32-4550-8AAF-1DD0958A39DA}" type="presParOf" srcId="{C9FAF66C-6E2E-4268-9580-776D7EA4AEE7}" destId="{312E8DD7-94F6-4E40-8656-24F1D65B76CA}" srcOrd="6" destOrd="0" presId="urn:microsoft.com/office/officeart/2005/8/layout/process5"/>
    <dgm:cxn modelId="{FEB0ABF5-7B7E-4E4D-A831-7A076C506C9D}" type="presParOf" srcId="{C9FAF66C-6E2E-4268-9580-776D7EA4AEE7}" destId="{21153FEA-707D-4C38-BA40-F4D6557B2EEA}" srcOrd="7" destOrd="0" presId="urn:microsoft.com/office/officeart/2005/8/layout/process5"/>
    <dgm:cxn modelId="{67CE0C0D-40FF-47E8-8879-3D3A15D93093}" type="presParOf" srcId="{21153FEA-707D-4C38-BA40-F4D6557B2EEA}" destId="{E409878B-02E9-48F6-A2EB-64BFC196109D}" srcOrd="0" destOrd="0" presId="urn:microsoft.com/office/officeart/2005/8/layout/process5"/>
    <dgm:cxn modelId="{3BAE8E5D-F2F5-4E48-A669-BF7CBA845717}" type="presParOf" srcId="{C9FAF66C-6E2E-4268-9580-776D7EA4AEE7}" destId="{779E64B7-B0F1-4289-89C1-D1E52ACF124D}" srcOrd="8" destOrd="0" presId="urn:microsoft.com/office/officeart/2005/8/layout/process5"/>
    <dgm:cxn modelId="{54F84BB4-DA33-49D6-AD78-0846B175B116}" type="presParOf" srcId="{C9FAF66C-6E2E-4268-9580-776D7EA4AEE7}" destId="{5FEF5B34-9241-448B-9E01-24572F60CC3A}" srcOrd="9" destOrd="0" presId="urn:microsoft.com/office/officeart/2005/8/layout/process5"/>
    <dgm:cxn modelId="{C322E31D-8DDF-4BBC-A1FB-C5EC3DE1AE8D}" type="presParOf" srcId="{5FEF5B34-9241-448B-9E01-24572F60CC3A}" destId="{9631F9FF-E6A4-44AC-AE07-006A9DD3D90C}" srcOrd="0" destOrd="0" presId="urn:microsoft.com/office/officeart/2005/8/layout/process5"/>
    <dgm:cxn modelId="{7C8AC80D-B526-4EA1-8189-2CBD09744928}" type="presParOf" srcId="{C9FAF66C-6E2E-4268-9580-776D7EA4AEE7}" destId="{29EE7FFE-FFC2-4A3E-99F4-80D8FDADC0A1}" srcOrd="10" destOrd="0" presId="urn:microsoft.com/office/officeart/2005/8/layout/process5"/>
    <dgm:cxn modelId="{18E1089A-18E2-4B5C-BAAA-C4425280C5AC}" type="presParOf" srcId="{C9FAF66C-6E2E-4268-9580-776D7EA4AEE7}" destId="{F04F0CC8-4489-47A8-AC16-8AF74F02CD79}" srcOrd="11" destOrd="0" presId="urn:microsoft.com/office/officeart/2005/8/layout/process5"/>
    <dgm:cxn modelId="{BE243C8E-F233-4120-841B-96B99DFE6087}" type="presParOf" srcId="{F04F0CC8-4489-47A8-AC16-8AF74F02CD79}" destId="{1C614E9B-8B0B-4E91-B2EC-6CD54431B3DB}" srcOrd="0" destOrd="0" presId="urn:microsoft.com/office/officeart/2005/8/layout/process5"/>
    <dgm:cxn modelId="{C434D9E2-0C99-4E89-A392-AA19D88FAE63}" type="presParOf" srcId="{C9FAF66C-6E2E-4268-9580-776D7EA4AEE7}" destId="{5ED272F8-6A13-49E7-A55D-4E1056CD9251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7CE538-E618-4AD6-8ED5-A6163F4F885A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B702F2B0-EDFA-4C0F-A902-3BE163F0FC3D}">
      <dgm:prSet phldrT="[Texto]" phldr="0" custT="1"/>
      <dgm:spPr>
        <a:solidFill>
          <a:srgbClr val="2E306B"/>
        </a:solidFill>
      </dgm:spPr>
      <dgm:t>
        <a:bodyPr/>
        <a:lstStyle/>
        <a:p>
          <a:pPr algn="ctr"/>
          <a:r>
            <a:rPr lang="es-CL" sz="900" b="1" dirty="0"/>
            <a:t>Observatorio</a:t>
          </a:r>
          <a:endParaRPr lang="es-ES" sz="900" b="1" dirty="0"/>
        </a:p>
      </dgm:t>
    </dgm:pt>
    <dgm:pt modelId="{3E269125-1DAF-4E25-8746-AD8FBB0F4094}" type="parTrans" cxnId="{B4CDEFE2-2881-4905-A4E8-E8B56600D8C4}">
      <dgm:prSet/>
      <dgm:spPr/>
      <dgm:t>
        <a:bodyPr/>
        <a:lstStyle/>
        <a:p>
          <a:pPr algn="ctr"/>
          <a:endParaRPr lang="es-ES" sz="2400"/>
        </a:p>
      </dgm:t>
    </dgm:pt>
    <dgm:pt modelId="{00630D5A-DBE0-4F53-B6EE-60543D9A19EE}" type="sibTrans" cxnId="{B4CDEFE2-2881-4905-A4E8-E8B56600D8C4}">
      <dgm:prSet/>
      <dgm:spPr/>
      <dgm:t>
        <a:bodyPr/>
        <a:lstStyle/>
        <a:p>
          <a:pPr algn="ctr"/>
          <a:endParaRPr lang="es-ES" sz="2400"/>
        </a:p>
      </dgm:t>
    </dgm:pt>
    <dgm:pt modelId="{8818F018-096B-4EDE-ABC8-61319420AD99}">
      <dgm:prSet phldrT="[Texto]" phldr="0" custT="1"/>
      <dgm:spPr>
        <a:solidFill>
          <a:srgbClr val="E6BB5B"/>
        </a:solidFill>
      </dgm:spPr>
      <dgm:t>
        <a:bodyPr/>
        <a:lstStyle/>
        <a:p>
          <a:pPr algn="ctr"/>
          <a:r>
            <a:rPr lang="es-CL" sz="900" b="1" u="sng" dirty="0"/>
            <a:t>Análisis y Monitoreo:</a:t>
          </a:r>
          <a:r>
            <a:rPr lang="es-CL" sz="900" b="1" dirty="0"/>
            <a:t> Reportes e Informes Estadísticos</a:t>
          </a:r>
          <a:endParaRPr lang="es-ES" sz="900" b="1" dirty="0"/>
        </a:p>
      </dgm:t>
    </dgm:pt>
    <dgm:pt modelId="{5A41E348-B91E-40C3-8902-086275FAEA8C}" type="parTrans" cxnId="{F1CAEE69-6D32-427B-B042-F569BE40EC2A}">
      <dgm:prSet/>
      <dgm:spPr/>
      <dgm:t>
        <a:bodyPr/>
        <a:lstStyle/>
        <a:p>
          <a:pPr algn="ctr"/>
          <a:endParaRPr lang="es-ES" sz="2400"/>
        </a:p>
      </dgm:t>
    </dgm:pt>
    <dgm:pt modelId="{CFB3F500-3490-4E46-9BF3-CFA5B650B371}" type="sibTrans" cxnId="{F1CAEE69-6D32-427B-B042-F569BE40EC2A}">
      <dgm:prSet/>
      <dgm:spPr/>
      <dgm:t>
        <a:bodyPr/>
        <a:lstStyle/>
        <a:p>
          <a:pPr algn="ctr"/>
          <a:endParaRPr lang="es-ES" sz="2400"/>
        </a:p>
      </dgm:t>
    </dgm:pt>
    <dgm:pt modelId="{B4B1C60C-0163-4414-BC51-8F0A771F9D4A}">
      <dgm:prSet phldrT="[Texto]" phldr="0" custT="1"/>
      <dgm:spPr>
        <a:solidFill>
          <a:srgbClr val="CB767A"/>
        </a:solidFill>
      </dgm:spPr>
      <dgm:t>
        <a:bodyPr/>
        <a:lstStyle/>
        <a:p>
          <a:pPr algn="ctr">
            <a:buFont typeface="Courier New" panose="02070309020205020404" pitchFamily="49" charset="0"/>
            <a:buChar char="o"/>
          </a:pPr>
          <a:r>
            <a:rPr lang="es-CL" sz="900" dirty="0"/>
            <a:t>Minutas e informes delictuales</a:t>
          </a:r>
          <a:endParaRPr lang="es-ES" sz="900" dirty="0"/>
        </a:p>
      </dgm:t>
    </dgm:pt>
    <dgm:pt modelId="{E44EC15D-825F-4159-A68E-B9F534BAE46A}" type="parTrans" cxnId="{53C29386-B234-4D78-BF5E-8C6CBC60ACB0}">
      <dgm:prSet/>
      <dgm:spPr/>
      <dgm:t>
        <a:bodyPr/>
        <a:lstStyle/>
        <a:p>
          <a:pPr algn="ctr"/>
          <a:endParaRPr lang="es-ES" sz="2400"/>
        </a:p>
      </dgm:t>
    </dgm:pt>
    <dgm:pt modelId="{8AA0FC53-6DC9-40E3-9CCE-CE8AE7AB1590}" type="sibTrans" cxnId="{53C29386-B234-4D78-BF5E-8C6CBC60ACB0}">
      <dgm:prSet/>
      <dgm:spPr/>
      <dgm:t>
        <a:bodyPr/>
        <a:lstStyle/>
        <a:p>
          <a:pPr algn="ctr"/>
          <a:endParaRPr lang="es-ES" sz="2400"/>
        </a:p>
      </dgm:t>
    </dgm:pt>
    <dgm:pt modelId="{DD07EA03-8D77-41F9-ACFE-CC29C4730E16}">
      <dgm:prSet phldrT="[Texto]" phldr="0" custT="1"/>
      <dgm:spPr>
        <a:solidFill>
          <a:srgbClr val="E6BB5B"/>
        </a:solidFill>
      </dgm:spPr>
      <dgm:t>
        <a:bodyPr/>
        <a:lstStyle/>
        <a:p>
          <a:pPr algn="ctr"/>
          <a:r>
            <a:rPr lang="es-CL" sz="900" b="1" u="sng" dirty="0"/>
            <a:t>Orientación: </a:t>
          </a:r>
          <a:r>
            <a:rPr lang="es-CL" sz="900" b="1" dirty="0"/>
            <a:t>Cartas de Patrullaje</a:t>
          </a:r>
          <a:endParaRPr lang="es-ES" sz="900" b="1" dirty="0"/>
        </a:p>
      </dgm:t>
    </dgm:pt>
    <dgm:pt modelId="{A0BF2FEB-EFDF-4BB3-95F4-E01C1B6452CF}" type="parTrans" cxnId="{68811A5A-A92A-4783-89A7-CB02C577523A}">
      <dgm:prSet/>
      <dgm:spPr/>
      <dgm:t>
        <a:bodyPr/>
        <a:lstStyle/>
        <a:p>
          <a:pPr algn="ctr"/>
          <a:endParaRPr lang="es-ES" sz="2400"/>
        </a:p>
      </dgm:t>
    </dgm:pt>
    <dgm:pt modelId="{3E4CD43E-FDE0-411C-A415-625F5F5AC8EE}" type="sibTrans" cxnId="{68811A5A-A92A-4783-89A7-CB02C577523A}">
      <dgm:prSet/>
      <dgm:spPr/>
      <dgm:t>
        <a:bodyPr/>
        <a:lstStyle/>
        <a:p>
          <a:pPr algn="ctr"/>
          <a:endParaRPr lang="es-ES" sz="2400"/>
        </a:p>
      </dgm:t>
    </dgm:pt>
    <dgm:pt modelId="{649FD108-0996-4420-B1B5-3C743012A884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b="1" dirty="0"/>
            <a:t>Cartas de Prevención </a:t>
          </a:r>
          <a:r>
            <a:rPr lang="es-CL" sz="900" dirty="0"/>
            <a:t>(Prevención de Incivilidades – Inspectores)</a:t>
          </a:r>
          <a:endParaRPr lang="es-ES" sz="900" dirty="0"/>
        </a:p>
      </dgm:t>
    </dgm:pt>
    <dgm:pt modelId="{77BF927B-B1B3-4BA4-A8BD-A7E3C674A7BF}" type="parTrans" cxnId="{4353FF38-5614-4F15-8FD5-5531EEAC185B}">
      <dgm:prSet/>
      <dgm:spPr/>
      <dgm:t>
        <a:bodyPr/>
        <a:lstStyle/>
        <a:p>
          <a:pPr algn="ctr"/>
          <a:endParaRPr lang="es-ES" sz="2400"/>
        </a:p>
      </dgm:t>
    </dgm:pt>
    <dgm:pt modelId="{715AC571-CF6B-4AAA-95FE-1CFAFE3C45D5}" type="sibTrans" cxnId="{4353FF38-5614-4F15-8FD5-5531EEAC185B}">
      <dgm:prSet/>
      <dgm:spPr/>
      <dgm:t>
        <a:bodyPr/>
        <a:lstStyle/>
        <a:p>
          <a:pPr algn="ctr"/>
          <a:endParaRPr lang="es-ES" sz="2400"/>
        </a:p>
      </dgm:t>
    </dgm:pt>
    <dgm:pt modelId="{29B352F2-CB85-4782-BE8E-58E279E19428}">
      <dgm:prSet phldrT="[Texto]" phldr="0" custT="1"/>
      <dgm:spPr>
        <a:solidFill>
          <a:srgbClr val="E6BB5B"/>
        </a:solidFill>
      </dgm:spPr>
      <dgm:t>
        <a:bodyPr/>
        <a:lstStyle/>
        <a:p>
          <a:pPr algn="ctr"/>
          <a:r>
            <a:rPr lang="es-CL" sz="900" b="1" u="sng" dirty="0"/>
            <a:t>Implementación:</a:t>
          </a:r>
          <a:r>
            <a:rPr lang="es-CL" sz="900" b="1" dirty="0"/>
            <a:t> Proyectos y Planes Basados en Información</a:t>
          </a:r>
          <a:endParaRPr lang="es-ES" sz="900" b="1" dirty="0"/>
        </a:p>
      </dgm:t>
    </dgm:pt>
    <dgm:pt modelId="{D202EC7B-9306-4DF9-82F4-5161C7842C21}" type="parTrans" cxnId="{DBC50971-3F82-4DDF-84D9-170D24F476EA}">
      <dgm:prSet/>
      <dgm:spPr/>
      <dgm:t>
        <a:bodyPr/>
        <a:lstStyle/>
        <a:p>
          <a:pPr algn="ctr"/>
          <a:endParaRPr lang="es-ES" sz="2400"/>
        </a:p>
      </dgm:t>
    </dgm:pt>
    <dgm:pt modelId="{840F9693-7643-428B-84E7-A23E1BCD89DE}" type="sibTrans" cxnId="{DBC50971-3F82-4DDF-84D9-170D24F476EA}">
      <dgm:prSet/>
      <dgm:spPr/>
      <dgm:t>
        <a:bodyPr/>
        <a:lstStyle/>
        <a:p>
          <a:pPr algn="ctr"/>
          <a:endParaRPr lang="es-ES" sz="2400"/>
        </a:p>
      </dgm:t>
    </dgm:pt>
    <dgm:pt modelId="{167156A8-CE12-4ABD-88A6-6D2B837BA15D}">
      <dgm:prSet phldrT="[Texto]" phldr="0" custT="1"/>
      <dgm:spPr>
        <a:solidFill>
          <a:srgbClr val="E6BB5B"/>
        </a:solidFill>
      </dgm:spPr>
      <dgm:t>
        <a:bodyPr/>
        <a:lstStyle/>
        <a:p>
          <a:pPr algn="ctr"/>
          <a:r>
            <a:rPr lang="es-CL" sz="900" b="1" dirty="0"/>
            <a:t>Evaluación e Investigación Aplicada*</a:t>
          </a:r>
          <a:endParaRPr lang="es-ES" sz="900" b="1" dirty="0"/>
        </a:p>
      </dgm:t>
    </dgm:pt>
    <dgm:pt modelId="{48FF0FCF-BE7B-4E5D-B15C-ADE6A69B2D48}" type="parTrans" cxnId="{8D241673-7F52-4321-B878-0B994CE3E70C}">
      <dgm:prSet/>
      <dgm:spPr/>
      <dgm:t>
        <a:bodyPr/>
        <a:lstStyle/>
        <a:p>
          <a:pPr algn="ctr"/>
          <a:endParaRPr lang="es-ES" sz="2400"/>
        </a:p>
      </dgm:t>
    </dgm:pt>
    <dgm:pt modelId="{F2071167-2BCC-4BC2-BD38-A13077CF8CBA}" type="sibTrans" cxnId="{8D241673-7F52-4321-B878-0B994CE3E70C}">
      <dgm:prSet/>
      <dgm:spPr/>
      <dgm:t>
        <a:bodyPr/>
        <a:lstStyle/>
        <a:p>
          <a:pPr algn="ctr"/>
          <a:endParaRPr lang="es-ES" sz="2400"/>
        </a:p>
      </dgm:t>
    </dgm:pt>
    <dgm:pt modelId="{398A7FA5-B093-4AFC-BE4D-D42660CAA948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b="1" dirty="0"/>
            <a:t>Cartas de Fiscalización </a:t>
          </a:r>
          <a:r>
            <a:rPr lang="es-CL" sz="900" dirty="0"/>
            <a:t>(Patentes de Alcohol – Inspectores)</a:t>
          </a:r>
        </a:p>
      </dgm:t>
    </dgm:pt>
    <dgm:pt modelId="{23169F5A-2FC4-4863-98E0-9D61B988837F}" type="parTrans" cxnId="{9F0EF5C1-950A-4AEE-88EE-6BE7AC2BFFDA}">
      <dgm:prSet/>
      <dgm:spPr/>
      <dgm:t>
        <a:bodyPr/>
        <a:lstStyle/>
        <a:p>
          <a:pPr algn="ctr"/>
          <a:endParaRPr lang="es-ES" sz="2400"/>
        </a:p>
      </dgm:t>
    </dgm:pt>
    <dgm:pt modelId="{785B9F00-0597-410B-8B21-DAF786950870}" type="sibTrans" cxnId="{9F0EF5C1-950A-4AEE-88EE-6BE7AC2BFFDA}">
      <dgm:prSet/>
      <dgm:spPr/>
      <dgm:t>
        <a:bodyPr/>
        <a:lstStyle/>
        <a:p>
          <a:pPr algn="ctr"/>
          <a:endParaRPr lang="es-ES" sz="2400"/>
        </a:p>
      </dgm:t>
    </dgm:pt>
    <dgm:pt modelId="{2542C509-C3ED-4B26-924A-E8A5F9EE28D1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dirty="0"/>
            <a:t>Software de gestión de casos</a:t>
          </a:r>
          <a:endParaRPr lang="es-ES" sz="900" dirty="0"/>
        </a:p>
      </dgm:t>
    </dgm:pt>
    <dgm:pt modelId="{E9EC1079-E43D-42C7-BEBA-ADDB8F1A76E4}" type="parTrans" cxnId="{9CB856E1-9361-4DD1-BD78-A673A598DDCA}">
      <dgm:prSet/>
      <dgm:spPr/>
      <dgm:t>
        <a:bodyPr/>
        <a:lstStyle/>
        <a:p>
          <a:pPr algn="ctr"/>
          <a:endParaRPr lang="es-ES" sz="2400"/>
        </a:p>
      </dgm:t>
    </dgm:pt>
    <dgm:pt modelId="{0A203FCB-6068-42F4-BD86-020D0A44313E}" type="sibTrans" cxnId="{9CB856E1-9361-4DD1-BD78-A673A598DDCA}">
      <dgm:prSet/>
      <dgm:spPr/>
      <dgm:t>
        <a:bodyPr/>
        <a:lstStyle/>
        <a:p>
          <a:pPr algn="ctr"/>
          <a:endParaRPr lang="es-ES" sz="2400"/>
        </a:p>
      </dgm:t>
    </dgm:pt>
    <dgm:pt modelId="{895D25B3-8769-435C-AB11-EF43EA51AC4E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dirty="0"/>
            <a:t>Evaluación Patrullaje Preventivo Focalizado Municipal</a:t>
          </a:r>
          <a:endParaRPr lang="es-ES" sz="900" dirty="0"/>
        </a:p>
      </dgm:t>
    </dgm:pt>
    <dgm:pt modelId="{BCC77502-DF17-4DC1-863C-4CB73F6F20FC}" type="parTrans" cxnId="{67A3F3A0-781A-4C05-AAFA-14D918CAA4F0}">
      <dgm:prSet/>
      <dgm:spPr/>
      <dgm:t>
        <a:bodyPr/>
        <a:lstStyle/>
        <a:p>
          <a:pPr algn="ctr"/>
          <a:endParaRPr lang="es-ES" sz="2400"/>
        </a:p>
      </dgm:t>
    </dgm:pt>
    <dgm:pt modelId="{9A933280-03DE-4ED1-8C62-0B6770BE6B40}" type="sibTrans" cxnId="{67A3F3A0-781A-4C05-AAFA-14D918CAA4F0}">
      <dgm:prSet/>
      <dgm:spPr/>
      <dgm:t>
        <a:bodyPr/>
        <a:lstStyle/>
        <a:p>
          <a:pPr algn="ctr"/>
          <a:endParaRPr lang="es-ES" sz="2400"/>
        </a:p>
      </dgm:t>
    </dgm:pt>
    <dgm:pt modelId="{79FD2105-A155-4C88-8BA0-9CD9D26DC3AE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dirty="0"/>
            <a:t>Evolución Incivilidades </a:t>
          </a:r>
          <a:endParaRPr lang="es-ES" sz="900" dirty="0"/>
        </a:p>
      </dgm:t>
    </dgm:pt>
    <dgm:pt modelId="{013F0953-CB42-4106-A916-7913590093E7}" type="parTrans" cxnId="{21B18EBF-F3B3-4B74-8B22-2CDF7EB6A6C4}">
      <dgm:prSet/>
      <dgm:spPr/>
      <dgm:t>
        <a:bodyPr/>
        <a:lstStyle/>
        <a:p>
          <a:pPr algn="ctr"/>
          <a:endParaRPr lang="es-ES" sz="2400"/>
        </a:p>
      </dgm:t>
    </dgm:pt>
    <dgm:pt modelId="{CCE1F56F-19DC-420B-B453-0DAAD956D7A0}" type="sibTrans" cxnId="{21B18EBF-F3B3-4B74-8B22-2CDF7EB6A6C4}">
      <dgm:prSet/>
      <dgm:spPr/>
      <dgm:t>
        <a:bodyPr/>
        <a:lstStyle/>
        <a:p>
          <a:pPr algn="ctr"/>
          <a:endParaRPr lang="es-ES" sz="2400"/>
        </a:p>
      </dgm:t>
    </dgm:pt>
    <dgm:pt modelId="{EACA858E-6A92-4660-A035-BA1645E9F2C4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dirty="0"/>
            <a:t>Presentaciones y rendición de cuentas</a:t>
          </a:r>
          <a:endParaRPr lang="es-ES" sz="900" dirty="0"/>
        </a:p>
      </dgm:t>
    </dgm:pt>
    <dgm:pt modelId="{D059DA29-677A-44EA-A27B-628A503FDCE6}" type="parTrans" cxnId="{699BC001-CD24-4550-92E9-B043CD3FAF64}">
      <dgm:prSet/>
      <dgm:spPr/>
      <dgm:t>
        <a:bodyPr/>
        <a:lstStyle/>
        <a:p>
          <a:endParaRPr lang="es-ES" sz="2000"/>
        </a:p>
      </dgm:t>
    </dgm:pt>
    <dgm:pt modelId="{125CCEAB-3A7A-459B-B956-8F98A83CA131}" type="sibTrans" cxnId="{699BC001-CD24-4550-92E9-B043CD3FAF64}">
      <dgm:prSet/>
      <dgm:spPr/>
      <dgm:t>
        <a:bodyPr/>
        <a:lstStyle/>
        <a:p>
          <a:endParaRPr lang="es-ES" sz="2000"/>
        </a:p>
      </dgm:t>
    </dgm:pt>
    <dgm:pt modelId="{8D431187-3829-4676-A7D9-45B719C2E4C3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b="1" dirty="0"/>
            <a:t>Cartas de Situación </a:t>
          </a:r>
          <a:r>
            <a:rPr lang="es-CL" sz="900" dirty="0"/>
            <a:t>(Patrullajes Preventivos Focalizados en Segmentos de Calle – Patrulleros y Motoristas)</a:t>
          </a:r>
        </a:p>
      </dgm:t>
    </dgm:pt>
    <dgm:pt modelId="{F03EF17F-94E3-4513-97F2-8A4CE6391935}" type="parTrans" cxnId="{9F19217E-06D5-462D-9450-66BF774F318F}">
      <dgm:prSet/>
      <dgm:spPr/>
      <dgm:t>
        <a:bodyPr/>
        <a:lstStyle/>
        <a:p>
          <a:endParaRPr lang="es-ES"/>
        </a:p>
      </dgm:t>
    </dgm:pt>
    <dgm:pt modelId="{9C9B4B9B-D35E-487F-A539-E4B35B04C2B1}" type="sibTrans" cxnId="{9F19217E-06D5-462D-9450-66BF774F318F}">
      <dgm:prSet/>
      <dgm:spPr/>
      <dgm:t>
        <a:bodyPr/>
        <a:lstStyle/>
        <a:p>
          <a:endParaRPr lang="es-ES"/>
        </a:p>
      </dgm:t>
    </dgm:pt>
    <dgm:pt modelId="{E02FB350-A3A5-4616-AACF-DC4766C215CC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b="1" dirty="0"/>
            <a:t>Cartas de Patrullaje General </a:t>
          </a:r>
          <a:r>
            <a:rPr lang="es-CL" sz="900" dirty="0"/>
            <a:t>(Patrullajes en polígonos respecto a problemáticas emergentes o contingentes – Patrulleros y Motoristas)</a:t>
          </a:r>
        </a:p>
      </dgm:t>
    </dgm:pt>
    <dgm:pt modelId="{04615F40-C549-48FE-A5C2-D0C70ED74B9A}" type="parTrans" cxnId="{AC8346A0-70D9-42CE-84A3-833BA313274B}">
      <dgm:prSet/>
      <dgm:spPr/>
      <dgm:t>
        <a:bodyPr/>
        <a:lstStyle/>
        <a:p>
          <a:endParaRPr lang="es-ES"/>
        </a:p>
      </dgm:t>
    </dgm:pt>
    <dgm:pt modelId="{B7852092-74D4-4D2A-98B2-60B206FF6A48}" type="sibTrans" cxnId="{AC8346A0-70D9-42CE-84A3-833BA313274B}">
      <dgm:prSet/>
      <dgm:spPr/>
      <dgm:t>
        <a:bodyPr/>
        <a:lstStyle/>
        <a:p>
          <a:endParaRPr lang="es-ES"/>
        </a:p>
      </dgm:t>
    </dgm:pt>
    <dgm:pt modelId="{32D70487-2353-4411-A294-1BB03FF26DF6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ES" sz="900" dirty="0"/>
            <a:t>Monitoreo de Indicadores: PMG y PCSP</a:t>
          </a:r>
        </a:p>
      </dgm:t>
    </dgm:pt>
    <dgm:pt modelId="{204D3E73-B376-4757-9FEA-000371A24EF5}" type="parTrans" cxnId="{FBAD6632-A943-4E1A-B4A4-9B9ED6E064FC}">
      <dgm:prSet/>
      <dgm:spPr/>
      <dgm:t>
        <a:bodyPr/>
        <a:lstStyle/>
        <a:p>
          <a:endParaRPr lang="es-CL"/>
        </a:p>
      </dgm:t>
    </dgm:pt>
    <dgm:pt modelId="{F4E4A9E6-714B-41B2-ADFA-B4F2EA9DE9EE}" type="sibTrans" cxnId="{FBAD6632-A943-4E1A-B4A4-9B9ED6E064FC}">
      <dgm:prSet/>
      <dgm:spPr/>
      <dgm:t>
        <a:bodyPr/>
        <a:lstStyle/>
        <a:p>
          <a:endParaRPr lang="es-CL"/>
        </a:p>
      </dgm:t>
    </dgm:pt>
    <dgm:pt modelId="{94F4F698-3440-4B97-847C-74DA7933627F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CL" sz="900" dirty="0"/>
            <a:t>Automatización de reportes periódicos: </a:t>
          </a:r>
          <a:r>
            <a:rPr lang="es-CL" sz="900" dirty="0" err="1"/>
            <a:t>Contact</a:t>
          </a:r>
          <a:r>
            <a:rPr lang="es-CL" sz="900" dirty="0"/>
            <a:t> center, patrullajes, etc.</a:t>
          </a:r>
          <a:endParaRPr lang="es-ES" sz="900" dirty="0"/>
        </a:p>
      </dgm:t>
    </dgm:pt>
    <dgm:pt modelId="{167FF190-AC4C-4621-AC0B-E612A0A32198}" type="parTrans" cxnId="{0D7C3BD2-034F-4038-AC3D-6C6943508AEE}">
      <dgm:prSet/>
      <dgm:spPr/>
      <dgm:t>
        <a:bodyPr/>
        <a:lstStyle/>
        <a:p>
          <a:endParaRPr lang="es-CL"/>
        </a:p>
      </dgm:t>
    </dgm:pt>
    <dgm:pt modelId="{E8A74D40-7DC0-41ED-AA73-45C55D284262}" type="sibTrans" cxnId="{0D7C3BD2-034F-4038-AC3D-6C6943508AEE}">
      <dgm:prSet/>
      <dgm:spPr/>
      <dgm:t>
        <a:bodyPr/>
        <a:lstStyle/>
        <a:p>
          <a:endParaRPr lang="es-CL"/>
        </a:p>
      </dgm:t>
    </dgm:pt>
    <dgm:pt modelId="{28AF05FF-F4E7-40A1-8148-F14F4965FC8E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ES" sz="900" dirty="0"/>
            <a:t>PCSP</a:t>
          </a:r>
        </a:p>
      </dgm:t>
    </dgm:pt>
    <dgm:pt modelId="{87FDDB5B-26A1-4448-8AC7-2CF030AF436B}" type="parTrans" cxnId="{81BD55C9-5AF3-40CB-BEEF-4823AE0D741F}">
      <dgm:prSet/>
      <dgm:spPr/>
      <dgm:t>
        <a:bodyPr/>
        <a:lstStyle/>
        <a:p>
          <a:endParaRPr lang="es-CL"/>
        </a:p>
      </dgm:t>
    </dgm:pt>
    <dgm:pt modelId="{B9BFA961-D108-4960-A547-4E023E6DB63B}" type="sibTrans" cxnId="{81BD55C9-5AF3-40CB-BEEF-4823AE0D741F}">
      <dgm:prSet/>
      <dgm:spPr/>
      <dgm:t>
        <a:bodyPr/>
        <a:lstStyle/>
        <a:p>
          <a:endParaRPr lang="es-CL"/>
        </a:p>
      </dgm:t>
    </dgm:pt>
    <dgm:pt modelId="{4A8EA828-BABA-4EE9-B3FC-34384FAC6B3D}">
      <dgm:prSet phldrT="[Texto]" phldr="0" custT="1"/>
      <dgm:spPr>
        <a:solidFill>
          <a:srgbClr val="CB767A"/>
        </a:solidFill>
      </dgm:spPr>
      <dgm:t>
        <a:bodyPr/>
        <a:lstStyle/>
        <a:p>
          <a:pPr algn="ctr"/>
          <a:r>
            <a:rPr lang="es-ES" sz="900"/>
            <a:t>Otros Proyectos*</a:t>
          </a:r>
          <a:endParaRPr lang="es-ES" sz="900" dirty="0"/>
        </a:p>
      </dgm:t>
    </dgm:pt>
    <dgm:pt modelId="{CC881CC4-9C75-48B3-A2B3-50F6238F25EF}" type="parTrans" cxnId="{51527FF6-DF09-45C7-A003-DAE95C3AD0AB}">
      <dgm:prSet/>
      <dgm:spPr/>
      <dgm:t>
        <a:bodyPr/>
        <a:lstStyle/>
        <a:p>
          <a:endParaRPr lang="es-CL"/>
        </a:p>
      </dgm:t>
    </dgm:pt>
    <dgm:pt modelId="{D7E343B7-E217-4B89-AC7A-8660074EB9A5}" type="sibTrans" cxnId="{51527FF6-DF09-45C7-A003-DAE95C3AD0AB}">
      <dgm:prSet/>
      <dgm:spPr/>
      <dgm:t>
        <a:bodyPr/>
        <a:lstStyle/>
        <a:p>
          <a:endParaRPr lang="es-CL"/>
        </a:p>
      </dgm:t>
    </dgm:pt>
    <dgm:pt modelId="{F7CC7438-3CC6-4F6E-800C-2BE152BF7C73}" type="pres">
      <dgm:prSet presAssocID="{567CE538-E618-4AD6-8ED5-A6163F4F885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649CD0B-3B5D-46A7-A4D2-F6D606C88FFC}" type="pres">
      <dgm:prSet presAssocID="{B702F2B0-EDFA-4C0F-A902-3BE163F0FC3D}" presName="hierRoot1" presStyleCnt="0">
        <dgm:presLayoutVars>
          <dgm:hierBranch val="init"/>
        </dgm:presLayoutVars>
      </dgm:prSet>
      <dgm:spPr/>
    </dgm:pt>
    <dgm:pt modelId="{401D0869-145A-4633-8338-8E9CCF76FF7C}" type="pres">
      <dgm:prSet presAssocID="{B702F2B0-EDFA-4C0F-A902-3BE163F0FC3D}" presName="rootComposite1" presStyleCnt="0"/>
      <dgm:spPr/>
    </dgm:pt>
    <dgm:pt modelId="{169DF056-DFA1-4368-91C9-08017593EF02}" type="pres">
      <dgm:prSet presAssocID="{B702F2B0-EDFA-4C0F-A902-3BE163F0FC3D}" presName="rootText1" presStyleLbl="node0" presStyleIdx="0" presStyleCnt="1">
        <dgm:presLayoutVars>
          <dgm:chPref val="3"/>
        </dgm:presLayoutVars>
      </dgm:prSet>
      <dgm:spPr/>
    </dgm:pt>
    <dgm:pt modelId="{C53DAF83-C3DD-40D0-8368-ECF7FD67971D}" type="pres">
      <dgm:prSet presAssocID="{B702F2B0-EDFA-4C0F-A902-3BE163F0FC3D}" presName="rootConnector1" presStyleLbl="node1" presStyleIdx="0" presStyleCnt="0"/>
      <dgm:spPr/>
    </dgm:pt>
    <dgm:pt modelId="{F1B7F59B-4DEA-4F0E-8EE4-8289D0977CB4}" type="pres">
      <dgm:prSet presAssocID="{B702F2B0-EDFA-4C0F-A902-3BE163F0FC3D}" presName="hierChild2" presStyleCnt="0"/>
      <dgm:spPr/>
    </dgm:pt>
    <dgm:pt modelId="{9E3F8233-49D3-426B-B911-BA3876687CD8}" type="pres">
      <dgm:prSet presAssocID="{5A41E348-B91E-40C3-8902-086275FAEA8C}" presName="Name37" presStyleLbl="parChTrans1D2" presStyleIdx="0" presStyleCnt="4"/>
      <dgm:spPr/>
    </dgm:pt>
    <dgm:pt modelId="{9061D562-C0B9-4AE8-9E3E-10ADF5012D39}" type="pres">
      <dgm:prSet presAssocID="{8818F018-096B-4EDE-ABC8-61319420AD99}" presName="hierRoot2" presStyleCnt="0">
        <dgm:presLayoutVars>
          <dgm:hierBranch val="init"/>
        </dgm:presLayoutVars>
      </dgm:prSet>
      <dgm:spPr/>
    </dgm:pt>
    <dgm:pt modelId="{A768809A-7B9B-47F9-81C4-5F335F29A305}" type="pres">
      <dgm:prSet presAssocID="{8818F018-096B-4EDE-ABC8-61319420AD99}" presName="rootComposite" presStyleCnt="0"/>
      <dgm:spPr/>
    </dgm:pt>
    <dgm:pt modelId="{AD5A6FE3-08F0-468A-99CB-75C3A20F0FCF}" type="pres">
      <dgm:prSet presAssocID="{8818F018-096B-4EDE-ABC8-61319420AD99}" presName="rootText" presStyleLbl="node2" presStyleIdx="0" presStyleCnt="4" custScaleX="116684" custScaleY="103796">
        <dgm:presLayoutVars>
          <dgm:chPref val="3"/>
        </dgm:presLayoutVars>
      </dgm:prSet>
      <dgm:spPr/>
    </dgm:pt>
    <dgm:pt modelId="{191D96F1-86C2-4F48-9358-287B2E712BA8}" type="pres">
      <dgm:prSet presAssocID="{8818F018-096B-4EDE-ABC8-61319420AD99}" presName="rootConnector" presStyleLbl="node2" presStyleIdx="0" presStyleCnt="4"/>
      <dgm:spPr/>
    </dgm:pt>
    <dgm:pt modelId="{11DC0334-D44D-4B48-95A9-02DBE8DB408A}" type="pres">
      <dgm:prSet presAssocID="{8818F018-096B-4EDE-ABC8-61319420AD99}" presName="hierChild4" presStyleCnt="0"/>
      <dgm:spPr/>
    </dgm:pt>
    <dgm:pt modelId="{68CD2AF4-5713-413C-917F-BC868E3F7287}" type="pres">
      <dgm:prSet presAssocID="{E44EC15D-825F-4159-A68E-B9F534BAE46A}" presName="Name37" presStyleLbl="parChTrans1D3" presStyleIdx="0" presStyleCnt="13"/>
      <dgm:spPr/>
    </dgm:pt>
    <dgm:pt modelId="{2D72DA12-10EF-4C90-B69A-F383CBCB6E11}" type="pres">
      <dgm:prSet presAssocID="{B4B1C60C-0163-4414-BC51-8F0A771F9D4A}" presName="hierRoot2" presStyleCnt="0">
        <dgm:presLayoutVars>
          <dgm:hierBranch val="init"/>
        </dgm:presLayoutVars>
      </dgm:prSet>
      <dgm:spPr/>
    </dgm:pt>
    <dgm:pt modelId="{86C26EF7-CA0A-4E6D-A3A6-3179CF401673}" type="pres">
      <dgm:prSet presAssocID="{B4B1C60C-0163-4414-BC51-8F0A771F9D4A}" presName="rootComposite" presStyleCnt="0"/>
      <dgm:spPr/>
    </dgm:pt>
    <dgm:pt modelId="{C7469D1B-06B4-494D-9DA5-B46E78D25CA5}" type="pres">
      <dgm:prSet presAssocID="{B4B1C60C-0163-4414-BC51-8F0A771F9D4A}" presName="rootText" presStyleLbl="node3" presStyleIdx="0" presStyleCnt="13">
        <dgm:presLayoutVars>
          <dgm:chPref val="3"/>
        </dgm:presLayoutVars>
      </dgm:prSet>
      <dgm:spPr/>
    </dgm:pt>
    <dgm:pt modelId="{E63096A7-091C-4B24-A618-BFA3E8B26DB0}" type="pres">
      <dgm:prSet presAssocID="{B4B1C60C-0163-4414-BC51-8F0A771F9D4A}" presName="rootConnector" presStyleLbl="node3" presStyleIdx="0" presStyleCnt="13"/>
      <dgm:spPr/>
    </dgm:pt>
    <dgm:pt modelId="{6C73E887-AFF7-4CD0-ABCB-1CFD0A8F1D0C}" type="pres">
      <dgm:prSet presAssocID="{B4B1C60C-0163-4414-BC51-8F0A771F9D4A}" presName="hierChild4" presStyleCnt="0"/>
      <dgm:spPr/>
    </dgm:pt>
    <dgm:pt modelId="{E8801B0E-1388-4BFA-9497-DF45F7B6D912}" type="pres">
      <dgm:prSet presAssocID="{B4B1C60C-0163-4414-BC51-8F0A771F9D4A}" presName="hierChild5" presStyleCnt="0"/>
      <dgm:spPr/>
    </dgm:pt>
    <dgm:pt modelId="{C67B35A7-8A9D-4476-96CE-FE516E8664A2}" type="pres">
      <dgm:prSet presAssocID="{D059DA29-677A-44EA-A27B-628A503FDCE6}" presName="Name37" presStyleLbl="parChTrans1D3" presStyleIdx="1" presStyleCnt="13"/>
      <dgm:spPr/>
    </dgm:pt>
    <dgm:pt modelId="{E70F2080-9478-4AF9-8AFA-5314DD6E2C2D}" type="pres">
      <dgm:prSet presAssocID="{EACA858E-6A92-4660-A035-BA1645E9F2C4}" presName="hierRoot2" presStyleCnt="0">
        <dgm:presLayoutVars>
          <dgm:hierBranch val="init"/>
        </dgm:presLayoutVars>
      </dgm:prSet>
      <dgm:spPr/>
    </dgm:pt>
    <dgm:pt modelId="{55FEE21C-6F4A-4109-AC43-401D32CA5764}" type="pres">
      <dgm:prSet presAssocID="{EACA858E-6A92-4660-A035-BA1645E9F2C4}" presName="rootComposite" presStyleCnt="0"/>
      <dgm:spPr/>
    </dgm:pt>
    <dgm:pt modelId="{43567C2E-3BE3-4D66-91D0-826ED6D1F351}" type="pres">
      <dgm:prSet presAssocID="{EACA858E-6A92-4660-A035-BA1645E9F2C4}" presName="rootText" presStyleLbl="node3" presStyleIdx="1" presStyleCnt="13">
        <dgm:presLayoutVars>
          <dgm:chPref val="3"/>
        </dgm:presLayoutVars>
      </dgm:prSet>
      <dgm:spPr/>
    </dgm:pt>
    <dgm:pt modelId="{E4313532-54CF-4296-831E-2DBBC14D315C}" type="pres">
      <dgm:prSet presAssocID="{EACA858E-6A92-4660-A035-BA1645E9F2C4}" presName="rootConnector" presStyleLbl="node3" presStyleIdx="1" presStyleCnt="13"/>
      <dgm:spPr/>
    </dgm:pt>
    <dgm:pt modelId="{B564497C-415C-48D2-816E-6BEE5EB32933}" type="pres">
      <dgm:prSet presAssocID="{EACA858E-6A92-4660-A035-BA1645E9F2C4}" presName="hierChild4" presStyleCnt="0"/>
      <dgm:spPr/>
    </dgm:pt>
    <dgm:pt modelId="{89D669E0-1F23-4F28-B815-86A858D6B22C}" type="pres">
      <dgm:prSet presAssocID="{EACA858E-6A92-4660-A035-BA1645E9F2C4}" presName="hierChild5" presStyleCnt="0"/>
      <dgm:spPr/>
    </dgm:pt>
    <dgm:pt modelId="{3C63DF2A-EB90-49EC-867C-78EE7F18E637}" type="pres">
      <dgm:prSet presAssocID="{204D3E73-B376-4757-9FEA-000371A24EF5}" presName="Name37" presStyleLbl="parChTrans1D3" presStyleIdx="2" presStyleCnt="13"/>
      <dgm:spPr/>
    </dgm:pt>
    <dgm:pt modelId="{9FFEF790-0CAA-4B0D-A753-EB6D69C2E83F}" type="pres">
      <dgm:prSet presAssocID="{32D70487-2353-4411-A294-1BB03FF26DF6}" presName="hierRoot2" presStyleCnt="0">
        <dgm:presLayoutVars>
          <dgm:hierBranch val="init"/>
        </dgm:presLayoutVars>
      </dgm:prSet>
      <dgm:spPr/>
    </dgm:pt>
    <dgm:pt modelId="{44F33B08-0EBC-4502-A3AC-625B0FA6E478}" type="pres">
      <dgm:prSet presAssocID="{32D70487-2353-4411-A294-1BB03FF26DF6}" presName="rootComposite" presStyleCnt="0"/>
      <dgm:spPr/>
    </dgm:pt>
    <dgm:pt modelId="{2AEBB506-8D8A-422C-9C78-82CA5C762E4D}" type="pres">
      <dgm:prSet presAssocID="{32D70487-2353-4411-A294-1BB03FF26DF6}" presName="rootText" presStyleLbl="node3" presStyleIdx="2" presStyleCnt="13">
        <dgm:presLayoutVars>
          <dgm:chPref val="3"/>
        </dgm:presLayoutVars>
      </dgm:prSet>
      <dgm:spPr/>
    </dgm:pt>
    <dgm:pt modelId="{A610BF08-B9A3-4CFC-8661-2963A2CAEC23}" type="pres">
      <dgm:prSet presAssocID="{32D70487-2353-4411-A294-1BB03FF26DF6}" presName="rootConnector" presStyleLbl="node3" presStyleIdx="2" presStyleCnt="13"/>
      <dgm:spPr/>
    </dgm:pt>
    <dgm:pt modelId="{F7DF2710-D4DD-4596-A067-D41C8D5125E6}" type="pres">
      <dgm:prSet presAssocID="{32D70487-2353-4411-A294-1BB03FF26DF6}" presName="hierChild4" presStyleCnt="0"/>
      <dgm:spPr/>
    </dgm:pt>
    <dgm:pt modelId="{0BDB1FCF-DDF4-49F2-A1AF-CC188E90BA84}" type="pres">
      <dgm:prSet presAssocID="{32D70487-2353-4411-A294-1BB03FF26DF6}" presName="hierChild5" presStyleCnt="0"/>
      <dgm:spPr/>
    </dgm:pt>
    <dgm:pt modelId="{1988E074-B0D6-4871-B5FE-DA6DD6C7CC03}" type="pres">
      <dgm:prSet presAssocID="{167FF190-AC4C-4621-AC0B-E612A0A32198}" presName="Name37" presStyleLbl="parChTrans1D3" presStyleIdx="3" presStyleCnt="13"/>
      <dgm:spPr/>
    </dgm:pt>
    <dgm:pt modelId="{34E6178A-AA68-40F6-94F9-728B7FD9A146}" type="pres">
      <dgm:prSet presAssocID="{94F4F698-3440-4B97-847C-74DA7933627F}" presName="hierRoot2" presStyleCnt="0">
        <dgm:presLayoutVars>
          <dgm:hierBranch val="init"/>
        </dgm:presLayoutVars>
      </dgm:prSet>
      <dgm:spPr/>
    </dgm:pt>
    <dgm:pt modelId="{AE339610-8A25-449D-A0CC-DEB30EE59BF8}" type="pres">
      <dgm:prSet presAssocID="{94F4F698-3440-4B97-847C-74DA7933627F}" presName="rootComposite" presStyleCnt="0"/>
      <dgm:spPr/>
    </dgm:pt>
    <dgm:pt modelId="{3F741DC6-8DED-4B9C-AD45-036A2C597260}" type="pres">
      <dgm:prSet presAssocID="{94F4F698-3440-4B97-847C-74DA7933627F}" presName="rootText" presStyleLbl="node3" presStyleIdx="3" presStyleCnt="13">
        <dgm:presLayoutVars>
          <dgm:chPref val="3"/>
        </dgm:presLayoutVars>
      </dgm:prSet>
      <dgm:spPr/>
    </dgm:pt>
    <dgm:pt modelId="{B60E52AB-DA56-494D-85EE-AE064A04DE1B}" type="pres">
      <dgm:prSet presAssocID="{94F4F698-3440-4B97-847C-74DA7933627F}" presName="rootConnector" presStyleLbl="node3" presStyleIdx="3" presStyleCnt="13"/>
      <dgm:spPr/>
    </dgm:pt>
    <dgm:pt modelId="{34752978-87BF-498E-BCE2-E49799439F39}" type="pres">
      <dgm:prSet presAssocID="{94F4F698-3440-4B97-847C-74DA7933627F}" presName="hierChild4" presStyleCnt="0"/>
      <dgm:spPr/>
    </dgm:pt>
    <dgm:pt modelId="{E582C636-2076-4BFF-9937-E6B1B55D8FAE}" type="pres">
      <dgm:prSet presAssocID="{94F4F698-3440-4B97-847C-74DA7933627F}" presName="hierChild5" presStyleCnt="0"/>
      <dgm:spPr/>
    </dgm:pt>
    <dgm:pt modelId="{C1BC0831-6D3D-4143-B243-9BC8F60CE7EE}" type="pres">
      <dgm:prSet presAssocID="{8818F018-096B-4EDE-ABC8-61319420AD99}" presName="hierChild5" presStyleCnt="0"/>
      <dgm:spPr/>
    </dgm:pt>
    <dgm:pt modelId="{C2ED01CB-9179-4F9E-9CCA-9D538534EBE0}" type="pres">
      <dgm:prSet presAssocID="{A0BF2FEB-EFDF-4BB3-95F4-E01C1B6452CF}" presName="Name37" presStyleLbl="parChTrans1D2" presStyleIdx="1" presStyleCnt="4"/>
      <dgm:spPr/>
    </dgm:pt>
    <dgm:pt modelId="{F8C38F6A-EC51-4B19-A75B-C49B68D0EC57}" type="pres">
      <dgm:prSet presAssocID="{DD07EA03-8D77-41F9-ACFE-CC29C4730E16}" presName="hierRoot2" presStyleCnt="0">
        <dgm:presLayoutVars>
          <dgm:hierBranch val="init"/>
        </dgm:presLayoutVars>
      </dgm:prSet>
      <dgm:spPr/>
    </dgm:pt>
    <dgm:pt modelId="{D452971A-F234-4A11-A1D6-885389020AA3}" type="pres">
      <dgm:prSet presAssocID="{DD07EA03-8D77-41F9-ACFE-CC29C4730E16}" presName="rootComposite" presStyleCnt="0"/>
      <dgm:spPr/>
    </dgm:pt>
    <dgm:pt modelId="{45EBC505-F898-4B7B-8378-F6E1964F1411}" type="pres">
      <dgm:prSet presAssocID="{DD07EA03-8D77-41F9-ACFE-CC29C4730E16}" presName="rootText" presStyleLbl="node2" presStyleIdx="1" presStyleCnt="4" custScaleX="116684" custScaleY="103796">
        <dgm:presLayoutVars>
          <dgm:chPref val="3"/>
        </dgm:presLayoutVars>
      </dgm:prSet>
      <dgm:spPr/>
    </dgm:pt>
    <dgm:pt modelId="{612CE97B-0B07-479B-9978-6E89E57CE96B}" type="pres">
      <dgm:prSet presAssocID="{DD07EA03-8D77-41F9-ACFE-CC29C4730E16}" presName="rootConnector" presStyleLbl="node2" presStyleIdx="1" presStyleCnt="4"/>
      <dgm:spPr/>
    </dgm:pt>
    <dgm:pt modelId="{33649BD8-220E-4342-937A-8593B79CFC37}" type="pres">
      <dgm:prSet presAssocID="{DD07EA03-8D77-41F9-ACFE-CC29C4730E16}" presName="hierChild4" presStyleCnt="0"/>
      <dgm:spPr/>
    </dgm:pt>
    <dgm:pt modelId="{6354B431-14D2-4CE2-9359-803F30A696A9}" type="pres">
      <dgm:prSet presAssocID="{77BF927B-B1B3-4BA4-A8BD-A7E3C674A7BF}" presName="Name37" presStyleLbl="parChTrans1D3" presStyleIdx="4" presStyleCnt="13"/>
      <dgm:spPr/>
    </dgm:pt>
    <dgm:pt modelId="{F2C469C6-AF3B-4EC9-A78F-E68426013034}" type="pres">
      <dgm:prSet presAssocID="{649FD108-0996-4420-B1B5-3C743012A884}" presName="hierRoot2" presStyleCnt="0">
        <dgm:presLayoutVars>
          <dgm:hierBranch val="init"/>
        </dgm:presLayoutVars>
      </dgm:prSet>
      <dgm:spPr/>
    </dgm:pt>
    <dgm:pt modelId="{E0AA97E9-9142-45AE-AD7F-6876CAFFC922}" type="pres">
      <dgm:prSet presAssocID="{649FD108-0996-4420-B1B5-3C743012A884}" presName="rootComposite" presStyleCnt="0"/>
      <dgm:spPr/>
    </dgm:pt>
    <dgm:pt modelId="{E8FF426F-C1EE-4228-B8DE-99E71F9D4959}" type="pres">
      <dgm:prSet presAssocID="{649FD108-0996-4420-B1B5-3C743012A884}" presName="rootText" presStyleLbl="node3" presStyleIdx="4" presStyleCnt="13">
        <dgm:presLayoutVars>
          <dgm:chPref val="3"/>
        </dgm:presLayoutVars>
      </dgm:prSet>
      <dgm:spPr/>
    </dgm:pt>
    <dgm:pt modelId="{91B3424D-5F9C-4F1A-8C7B-7FF5749A2BC5}" type="pres">
      <dgm:prSet presAssocID="{649FD108-0996-4420-B1B5-3C743012A884}" presName="rootConnector" presStyleLbl="node3" presStyleIdx="4" presStyleCnt="13"/>
      <dgm:spPr/>
    </dgm:pt>
    <dgm:pt modelId="{81573BDB-AADA-4B70-B450-8BE46A2B0247}" type="pres">
      <dgm:prSet presAssocID="{649FD108-0996-4420-B1B5-3C743012A884}" presName="hierChild4" presStyleCnt="0"/>
      <dgm:spPr/>
    </dgm:pt>
    <dgm:pt modelId="{340F6C6F-9CC2-4848-85F1-AF5C35655E59}" type="pres">
      <dgm:prSet presAssocID="{649FD108-0996-4420-B1B5-3C743012A884}" presName="hierChild5" presStyleCnt="0"/>
      <dgm:spPr/>
    </dgm:pt>
    <dgm:pt modelId="{0743AAEC-FB0A-48F5-AC4B-6719295A8199}" type="pres">
      <dgm:prSet presAssocID="{23169F5A-2FC4-4863-98E0-9D61B988837F}" presName="Name37" presStyleLbl="parChTrans1D3" presStyleIdx="5" presStyleCnt="13"/>
      <dgm:spPr/>
    </dgm:pt>
    <dgm:pt modelId="{45A5D37F-411B-4ABA-9F83-0B4A0A1C878E}" type="pres">
      <dgm:prSet presAssocID="{398A7FA5-B093-4AFC-BE4D-D42660CAA948}" presName="hierRoot2" presStyleCnt="0">
        <dgm:presLayoutVars>
          <dgm:hierBranch val="init"/>
        </dgm:presLayoutVars>
      </dgm:prSet>
      <dgm:spPr/>
    </dgm:pt>
    <dgm:pt modelId="{F7DE7E93-3593-4695-977E-0D81EBCEDB30}" type="pres">
      <dgm:prSet presAssocID="{398A7FA5-B093-4AFC-BE4D-D42660CAA948}" presName="rootComposite" presStyleCnt="0"/>
      <dgm:spPr/>
    </dgm:pt>
    <dgm:pt modelId="{069696F0-BF86-470A-B214-4F47DB1CAB6E}" type="pres">
      <dgm:prSet presAssocID="{398A7FA5-B093-4AFC-BE4D-D42660CAA948}" presName="rootText" presStyleLbl="node3" presStyleIdx="5" presStyleCnt="13">
        <dgm:presLayoutVars>
          <dgm:chPref val="3"/>
        </dgm:presLayoutVars>
      </dgm:prSet>
      <dgm:spPr/>
    </dgm:pt>
    <dgm:pt modelId="{2B58B02C-B439-46C2-89A7-BA30AE98FBDA}" type="pres">
      <dgm:prSet presAssocID="{398A7FA5-B093-4AFC-BE4D-D42660CAA948}" presName="rootConnector" presStyleLbl="node3" presStyleIdx="5" presStyleCnt="13"/>
      <dgm:spPr/>
    </dgm:pt>
    <dgm:pt modelId="{633FF16E-6A2B-47FA-A74A-DD9924C9646B}" type="pres">
      <dgm:prSet presAssocID="{398A7FA5-B093-4AFC-BE4D-D42660CAA948}" presName="hierChild4" presStyleCnt="0"/>
      <dgm:spPr/>
    </dgm:pt>
    <dgm:pt modelId="{52813DF6-5736-4CEA-80AC-BBF0E9D3ED8A}" type="pres">
      <dgm:prSet presAssocID="{398A7FA5-B093-4AFC-BE4D-D42660CAA948}" presName="hierChild5" presStyleCnt="0"/>
      <dgm:spPr/>
    </dgm:pt>
    <dgm:pt modelId="{A9060E69-1D90-400E-B965-21C33692DB1B}" type="pres">
      <dgm:prSet presAssocID="{F03EF17F-94E3-4513-97F2-8A4CE6391935}" presName="Name37" presStyleLbl="parChTrans1D3" presStyleIdx="6" presStyleCnt="13"/>
      <dgm:spPr/>
    </dgm:pt>
    <dgm:pt modelId="{CEADA890-F694-43F8-976E-A344384437EE}" type="pres">
      <dgm:prSet presAssocID="{8D431187-3829-4676-A7D9-45B719C2E4C3}" presName="hierRoot2" presStyleCnt="0">
        <dgm:presLayoutVars>
          <dgm:hierBranch val="init"/>
        </dgm:presLayoutVars>
      </dgm:prSet>
      <dgm:spPr/>
    </dgm:pt>
    <dgm:pt modelId="{E2016B14-87C6-41B1-AF72-A7F31B94CA88}" type="pres">
      <dgm:prSet presAssocID="{8D431187-3829-4676-A7D9-45B719C2E4C3}" presName="rootComposite" presStyleCnt="0"/>
      <dgm:spPr/>
    </dgm:pt>
    <dgm:pt modelId="{9C5C44D2-F9D0-44AB-977A-FA596609A0C7}" type="pres">
      <dgm:prSet presAssocID="{8D431187-3829-4676-A7D9-45B719C2E4C3}" presName="rootText" presStyleLbl="node3" presStyleIdx="6" presStyleCnt="13">
        <dgm:presLayoutVars>
          <dgm:chPref val="3"/>
        </dgm:presLayoutVars>
      </dgm:prSet>
      <dgm:spPr/>
    </dgm:pt>
    <dgm:pt modelId="{3D2686D3-3A8E-4CC0-AAE4-EF9D88AC92AB}" type="pres">
      <dgm:prSet presAssocID="{8D431187-3829-4676-A7D9-45B719C2E4C3}" presName="rootConnector" presStyleLbl="node3" presStyleIdx="6" presStyleCnt="13"/>
      <dgm:spPr/>
    </dgm:pt>
    <dgm:pt modelId="{C36A997E-C730-468C-AB6E-09DB84518AE8}" type="pres">
      <dgm:prSet presAssocID="{8D431187-3829-4676-A7D9-45B719C2E4C3}" presName="hierChild4" presStyleCnt="0"/>
      <dgm:spPr/>
    </dgm:pt>
    <dgm:pt modelId="{E08F7ACA-F7B8-4C1A-B4A4-804EFC61844C}" type="pres">
      <dgm:prSet presAssocID="{8D431187-3829-4676-A7D9-45B719C2E4C3}" presName="hierChild5" presStyleCnt="0"/>
      <dgm:spPr/>
    </dgm:pt>
    <dgm:pt modelId="{BD272261-4942-448D-BD86-6C0BB46D2C7B}" type="pres">
      <dgm:prSet presAssocID="{04615F40-C549-48FE-A5C2-D0C70ED74B9A}" presName="Name37" presStyleLbl="parChTrans1D3" presStyleIdx="7" presStyleCnt="13"/>
      <dgm:spPr/>
    </dgm:pt>
    <dgm:pt modelId="{C7C6B4D6-0A92-4E8B-8258-F58DEC2817DD}" type="pres">
      <dgm:prSet presAssocID="{E02FB350-A3A5-4616-AACF-DC4766C215CC}" presName="hierRoot2" presStyleCnt="0">
        <dgm:presLayoutVars>
          <dgm:hierBranch val="init"/>
        </dgm:presLayoutVars>
      </dgm:prSet>
      <dgm:spPr/>
    </dgm:pt>
    <dgm:pt modelId="{530F11A0-D55B-40FB-BB15-6A43D165C918}" type="pres">
      <dgm:prSet presAssocID="{E02FB350-A3A5-4616-AACF-DC4766C215CC}" presName="rootComposite" presStyleCnt="0"/>
      <dgm:spPr/>
    </dgm:pt>
    <dgm:pt modelId="{BDD54F4F-8740-4C74-ABE2-8345C227207F}" type="pres">
      <dgm:prSet presAssocID="{E02FB350-A3A5-4616-AACF-DC4766C215CC}" presName="rootText" presStyleLbl="node3" presStyleIdx="7" presStyleCnt="13">
        <dgm:presLayoutVars>
          <dgm:chPref val="3"/>
        </dgm:presLayoutVars>
      </dgm:prSet>
      <dgm:spPr/>
    </dgm:pt>
    <dgm:pt modelId="{0910EA25-BA18-40C6-B9D5-5BF0CD7ED8CD}" type="pres">
      <dgm:prSet presAssocID="{E02FB350-A3A5-4616-AACF-DC4766C215CC}" presName="rootConnector" presStyleLbl="node3" presStyleIdx="7" presStyleCnt="13"/>
      <dgm:spPr/>
    </dgm:pt>
    <dgm:pt modelId="{23F52F72-4B56-4A07-A652-E17C55C030E0}" type="pres">
      <dgm:prSet presAssocID="{E02FB350-A3A5-4616-AACF-DC4766C215CC}" presName="hierChild4" presStyleCnt="0"/>
      <dgm:spPr/>
    </dgm:pt>
    <dgm:pt modelId="{ED95261F-2B71-438D-8588-97F35370A621}" type="pres">
      <dgm:prSet presAssocID="{E02FB350-A3A5-4616-AACF-DC4766C215CC}" presName="hierChild5" presStyleCnt="0"/>
      <dgm:spPr/>
    </dgm:pt>
    <dgm:pt modelId="{E7503228-BB8C-4BCE-9D26-50436CDF485F}" type="pres">
      <dgm:prSet presAssocID="{DD07EA03-8D77-41F9-ACFE-CC29C4730E16}" presName="hierChild5" presStyleCnt="0"/>
      <dgm:spPr/>
    </dgm:pt>
    <dgm:pt modelId="{68470E5D-E5A4-4D2A-9629-EEE4622BAF42}" type="pres">
      <dgm:prSet presAssocID="{D202EC7B-9306-4DF9-82F4-5161C7842C21}" presName="Name37" presStyleLbl="parChTrans1D2" presStyleIdx="2" presStyleCnt="4"/>
      <dgm:spPr/>
    </dgm:pt>
    <dgm:pt modelId="{5B775915-F77B-4B84-9EF1-DD6494D5B8F5}" type="pres">
      <dgm:prSet presAssocID="{29B352F2-CB85-4782-BE8E-58E279E19428}" presName="hierRoot2" presStyleCnt="0">
        <dgm:presLayoutVars>
          <dgm:hierBranch val="init"/>
        </dgm:presLayoutVars>
      </dgm:prSet>
      <dgm:spPr/>
    </dgm:pt>
    <dgm:pt modelId="{21E80283-193A-419F-99C2-0C2A4A8695FE}" type="pres">
      <dgm:prSet presAssocID="{29B352F2-CB85-4782-BE8E-58E279E19428}" presName="rootComposite" presStyleCnt="0"/>
      <dgm:spPr/>
    </dgm:pt>
    <dgm:pt modelId="{CC1D5A5D-31E4-46DF-A9A5-768A3B9DCD54}" type="pres">
      <dgm:prSet presAssocID="{29B352F2-CB85-4782-BE8E-58E279E19428}" presName="rootText" presStyleLbl="node2" presStyleIdx="2" presStyleCnt="4" custScaleX="116684" custScaleY="103796">
        <dgm:presLayoutVars>
          <dgm:chPref val="3"/>
        </dgm:presLayoutVars>
      </dgm:prSet>
      <dgm:spPr/>
    </dgm:pt>
    <dgm:pt modelId="{4AAFD927-9146-4B52-8487-98B635894628}" type="pres">
      <dgm:prSet presAssocID="{29B352F2-CB85-4782-BE8E-58E279E19428}" presName="rootConnector" presStyleLbl="node2" presStyleIdx="2" presStyleCnt="4"/>
      <dgm:spPr/>
    </dgm:pt>
    <dgm:pt modelId="{5ACBF269-CBA9-4C61-857C-1DEFB80BD618}" type="pres">
      <dgm:prSet presAssocID="{29B352F2-CB85-4782-BE8E-58E279E19428}" presName="hierChild4" presStyleCnt="0"/>
      <dgm:spPr/>
    </dgm:pt>
    <dgm:pt modelId="{20556585-D834-4F0E-AED9-65F3185E714B}" type="pres">
      <dgm:prSet presAssocID="{E9EC1079-E43D-42C7-BEBA-ADDB8F1A76E4}" presName="Name37" presStyleLbl="parChTrans1D3" presStyleIdx="8" presStyleCnt="13"/>
      <dgm:spPr/>
    </dgm:pt>
    <dgm:pt modelId="{78B0E920-5161-4A74-BC79-7AB26C4C92A6}" type="pres">
      <dgm:prSet presAssocID="{2542C509-C3ED-4B26-924A-E8A5F9EE28D1}" presName="hierRoot2" presStyleCnt="0">
        <dgm:presLayoutVars>
          <dgm:hierBranch val="init"/>
        </dgm:presLayoutVars>
      </dgm:prSet>
      <dgm:spPr/>
    </dgm:pt>
    <dgm:pt modelId="{224778F5-C866-427B-8354-48DCD239C680}" type="pres">
      <dgm:prSet presAssocID="{2542C509-C3ED-4B26-924A-E8A5F9EE28D1}" presName="rootComposite" presStyleCnt="0"/>
      <dgm:spPr/>
    </dgm:pt>
    <dgm:pt modelId="{5E6A699D-B233-4872-AE00-B7E418E3053A}" type="pres">
      <dgm:prSet presAssocID="{2542C509-C3ED-4B26-924A-E8A5F9EE28D1}" presName="rootText" presStyleLbl="node3" presStyleIdx="8" presStyleCnt="13">
        <dgm:presLayoutVars>
          <dgm:chPref val="3"/>
        </dgm:presLayoutVars>
      </dgm:prSet>
      <dgm:spPr/>
    </dgm:pt>
    <dgm:pt modelId="{781237D7-D1CE-407F-980D-FDA4429BF86C}" type="pres">
      <dgm:prSet presAssocID="{2542C509-C3ED-4B26-924A-E8A5F9EE28D1}" presName="rootConnector" presStyleLbl="node3" presStyleIdx="8" presStyleCnt="13"/>
      <dgm:spPr/>
    </dgm:pt>
    <dgm:pt modelId="{895229E3-8818-4326-BA64-B5E71FE340F3}" type="pres">
      <dgm:prSet presAssocID="{2542C509-C3ED-4B26-924A-E8A5F9EE28D1}" presName="hierChild4" presStyleCnt="0"/>
      <dgm:spPr/>
    </dgm:pt>
    <dgm:pt modelId="{C15930FA-469D-40F7-9398-9FCA61C959EF}" type="pres">
      <dgm:prSet presAssocID="{2542C509-C3ED-4B26-924A-E8A5F9EE28D1}" presName="hierChild5" presStyleCnt="0"/>
      <dgm:spPr/>
    </dgm:pt>
    <dgm:pt modelId="{DDF4DDB9-53A0-4288-BC7A-CF623321D253}" type="pres">
      <dgm:prSet presAssocID="{87FDDB5B-26A1-4448-8AC7-2CF030AF436B}" presName="Name37" presStyleLbl="parChTrans1D3" presStyleIdx="9" presStyleCnt="13"/>
      <dgm:spPr/>
    </dgm:pt>
    <dgm:pt modelId="{43109B3B-F1B3-4914-8024-EE4E0F6638B4}" type="pres">
      <dgm:prSet presAssocID="{28AF05FF-F4E7-40A1-8148-F14F4965FC8E}" presName="hierRoot2" presStyleCnt="0">
        <dgm:presLayoutVars>
          <dgm:hierBranch val="init"/>
        </dgm:presLayoutVars>
      </dgm:prSet>
      <dgm:spPr/>
    </dgm:pt>
    <dgm:pt modelId="{BD7A8CB8-698E-4CC2-AEC5-2C3AB32F5878}" type="pres">
      <dgm:prSet presAssocID="{28AF05FF-F4E7-40A1-8148-F14F4965FC8E}" presName="rootComposite" presStyleCnt="0"/>
      <dgm:spPr/>
    </dgm:pt>
    <dgm:pt modelId="{26052BC7-8B7F-4793-A243-301E19CE71C6}" type="pres">
      <dgm:prSet presAssocID="{28AF05FF-F4E7-40A1-8148-F14F4965FC8E}" presName="rootText" presStyleLbl="node3" presStyleIdx="9" presStyleCnt="13">
        <dgm:presLayoutVars>
          <dgm:chPref val="3"/>
        </dgm:presLayoutVars>
      </dgm:prSet>
      <dgm:spPr/>
    </dgm:pt>
    <dgm:pt modelId="{35AEDE61-E988-41B5-A96A-FE812286433A}" type="pres">
      <dgm:prSet presAssocID="{28AF05FF-F4E7-40A1-8148-F14F4965FC8E}" presName="rootConnector" presStyleLbl="node3" presStyleIdx="9" presStyleCnt="13"/>
      <dgm:spPr/>
    </dgm:pt>
    <dgm:pt modelId="{A3C2701B-1CF9-4E9A-B94C-28616D2DD050}" type="pres">
      <dgm:prSet presAssocID="{28AF05FF-F4E7-40A1-8148-F14F4965FC8E}" presName="hierChild4" presStyleCnt="0"/>
      <dgm:spPr/>
    </dgm:pt>
    <dgm:pt modelId="{E3D9B1F5-D2AD-4B32-A50C-2123CBBCDC2D}" type="pres">
      <dgm:prSet presAssocID="{28AF05FF-F4E7-40A1-8148-F14F4965FC8E}" presName="hierChild5" presStyleCnt="0"/>
      <dgm:spPr/>
    </dgm:pt>
    <dgm:pt modelId="{C1E7AE0B-69ED-45C3-B8FF-5D9CD9702B19}" type="pres">
      <dgm:prSet presAssocID="{CC881CC4-9C75-48B3-A2B3-50F6238F25EF}" presName="Name37" presStyleLbl="parChTrans1D3" presStyleIdx="10" presStyleCnt="13"/>
      <dgm:spPr/>
    </dgm:pt>
    <dgm:pt modelId="{5DC4DA85-BA55-455B-B5D1-35F4C86AE7F2}" type="pres">
      <dgm:prSet presAssocID="{4A8EA828-BABA-4EE9-B3FC-34384FAC6B3D}" presName="hierRoot2" presStyleCnt="0">
        <dgm:presLayoutVars>
          <dgm:hierBranch val="init"/>
        </dgm:presLayoutVars>
      </dgm:prSet>
      <dgm:spPr/>
    </dgm:pt>
    <dgm:pt modelId="{3CED3188-41AE-4420-8B83-2E2519852F23}" type="pres">
      <dgm:prSet presAssocID="{4A8EA828-BABA-4EE9-B3FC-34384FAC6B3D}" presName="rootComposite" presStyleCnt="0"/>
      <dgm:spPr/>
    </dgm:pt>
    <dgm:pt modelId="{F1B35417-3B3D-4F9A-BDDC-EEC634964B0D}" type="pres">
      <dgm:prSet presAssocID="{4A8EA828-BABA-4EE9-B3FC-34384FAC6B3D}" presName="rootText" presStyleLbl="node3" presStyleIdx="10" presStyleCnt="13">
        <dgm:presLayoutVars>
          <dgm:chPref val="3"/>
        </dgm:presLayoutVars>
      </dgm:prSet>
      <dgm:spPr/>
    </dgm:pt>
    <dgm:pt modelId="{16F1F87A-3211-479E-8DBA-9E30737B774E}" type="pres">
      <dgm:prSet presAssocID="{4A8EA828-BABA-4EE9-B3FC-34384FAC6B3D}" presName="rootConnector" presStyleLbl="node3" presStyleIdx="10" presStyleCnt="13"/>
      <dgm:spPr/>
    </dgm:pt>
    <dgm:pt modelId="{963B4DA6-D82E-4BAB-99A1-DDD82468938B}" type="pres">
      <dgm:prSet presAssocID="{4A8EA828-BABA-4EE9-B3FC-34384FAC6B3D}" presName="hierChild4" presStyleCnt="0"/>
      <dgm:spPr/>
    </dgm:pt>
    <dgm:pt modelId="{5228E105-98CF-4874-834B-8554EF22FB43}" type="pres">
      <dgm:prSet presAssocID="{4A8EA828-BABA-4EE9-B3FC-34384FAC6B3D}" presName="hierChild5" presStyleCnt="0"/>
      <dgm:spPr/>
    </dgm:pt>
    <dgm:pt modelId="{0F0624B4-090E-457C-A87E-D26E61CCFFC0}" type="pres">
      <dgm:prSet presAssocID="{29B352F2-CB85-4782-BE8E-58E279E19428}" presName="hierChild5" presStyleCnt="0"/>
      <dgm:spPr/>
    </dgm:pt>
    <dgm:pt modelId="{D4216EEC-FECF-4D0D-A9BA-1789EAA28579}" type="pres">
      <dgm:prSet presAssocID="{48FF0FCF-BE7B-4E5D-B15C-ADE6A69B2D48}" presName="Name37" presStyleLbl="parChTrans1D2" presStyleIdx="3" presStyleCnt="4"/>
      <dgm:spPr/>
    </dgm:pt>
    <dgm:pt modelId="{3C8C5FD2-4D67-4217-8E8A-1C4ADBA93F6F}" type="pres">
      <dgm:prSet presAssocID="{167156A8-CE12-4ABD-88A6-6D2B837BA15D}" presName="hierRoot2" presStyleCnt="0">
        <dgm:presLayoutVars>
          <dgm:hierBranch val="init"/>
        </dgm:presLayoutVars>
      </dgm:prSet>
      <dgm:spPr/>
    </dgm:pt>
    <dgm:pt modelId="{CCE534C5-B646-452C-ADE6-69B86A084636}" type="pres">
      <dgm:prSet presAssocID="{167156A8-CE12-4ABD-88A6-6D2B837BA15D}" presName="rootComposite" presStyleCnt="0"/>
      <dgm:spPr/>
    </dgm:pt>
    <dgm:pt modelId="{ED231098-89CF-4766-9471-2384EC99C598}" type="pres">
      <dgm:prSet presAssocID="{167156A8-CE12-4ABD-88A6-6D2B837BA15D}" presName="rootText" presStyleLbl="node2" presStyleIdx="3" presStyleCnt="4" custScaleX="116684" custScaleY="103796">
        <dgm:presLayoutVars>
          <dgm:chPref val="3"/>
        </dgm:presLayoutVars>
      </dgm:prSet>
      <dgm:spPr/>
    </dgm:pt>
    <dgm:pt modelId="{AB29452F-1846-4DE2-B08A-7C57E0F9487A}" type="pres">
      <dgm:prSet presAssocID="{167156A8-CE12-4ABD-88A6-6D2B837BA15D}" presName="rootConnector" presStyleLbl="node2" presStyleIdx="3" presStyleCnt="4"/>
      <dgm:spPr/>
    </dgm:pt>
    <dgm:pt modelId="{AFBF3D64-12D3-4B00-AF9F-B6DEEA2418F9}" type="pres">
      <dgm:prSet presAssocID="{167156A8-CE12-4ABD-88A6-6D2B837BA15D}" presName="hierChild4" presStyleCnt="0"/>
      <dgm:spPr/>
    </dgm:pt>
    <dgm:pt modelId="{6A7BCE8E-EEAF-42FD-92F3-C88665700959}" type="pres">
      <dgm:prSet presAssocID="{BCC77502-DF17-4DC1-863C-4CB73F6F20FC}" presName="Name37" presStyleLbl="parChTrans1D3" presStyleIdx="11" presStyleCnt="13"/>
      <dgm:spPr/>
    </dgm:pt>
    <dgm:pt modelId="{FFAB9638-6F05-46D5-8EC5-73DB30F34996}" type="pres">
      <dgm:prSet presAssocID="{895D25B3-8769-435C-AB11-EF43EA51AC4E}" presName="hierRoot2" presStyleCnt="0">
        <dgm:presLayoutVars>
          <dgm:hierBranch val="init"/>
        </dgm:presLayoutVars>
      </dgm:prSet>
      <dgm:spPr/>
    </dgm:pt>
    <dgm:pt modelId="{EF478EB2-3641-4F74-8940-80F6D968AACB}" type="pres">
      <dgm:prSet presAssocID="{895D25B3-8769-435C-AB11-EF43EA51AC4E}" presName="rootComposite" presStyleCnt="0"/>
      <dgm:spPr/>
    </dgm:pt>
    <dgm:pt modelId="{AF45195D-19FE-4D06-A802-36969F6987F6}" type="pres">
      <dgm:prSet presAssocID="{895D25B3-8769-435C-AB11-EF43EA51AC4E}" presName="rootText" presStyleLbl="node3" presStyleIdx="11" presStyleCnt="13">
        <dgm:presLayoutVars>
          <dgm:chPref val="3"/>
        </dgm:presLayoutVars>
      </dgm:prSet>
      <dgm:spPr/>
    </dgm:pt>
    <dgm:pt modelId="{CBD21B2F-96F1-406D-8F34-ACAC24B8102A}" type="pres">
      <dgm:prSet presAssocID="{895D25B3-8769-435C-AB11-EF43EA51AC4E}" presName="rootConnector" presStyleLbl="node3" presStyleIdx="11" presStyleCnt="13"/>
      <dgm:spPr/>
    </dgm:pt>
    <dgm:pt modelId="{F7633D2A-CD1E-4E9A-9580-E5969A4D02B7}" type="pres">
      <dgm:prSet presAssocID="{895D25B3-8769-435C-AB11-EF43EA51AC4E}" presName="hierChild4" presStyleCnt="0"/>
      <dgm:spPr/>
    </dgm:pt>
    <dgm:pt modelId="{716FD493-F3BA-47A8-8865-912D855D4434}" type="pres">
      <dgm:prSet presAssocID="{895D25B3-8769-435C-AB11-EF43EA51AC4E}" presName="hierChild5" presStyleCnt="0"/>
      <dgm:spPr/>
    </dgm:pt>
    <dgm:pt modelId="{5B58B340-4CD1-42A5-80F2-402594D02EA2}" type="pres">
      <dgm:prSet presAssocID="{013F0953-CB42-4106-A916-7913590093E7}" presName="Name37" presStyleLbl="parChTrans1D3" presStyleIdx="12" presStyleCnt="13"/>
      <dgm:spPr/>
    </dgm:pt>
    <dgm:pt modelId="{8044E800-3324-44B3-88F1-AC348C0D26A3}" type="pres">
      <dgm:prSet presAssocID="{79FD2105-A155-4C88-8BA0-9CD9D26DC3AE}" presName="hierRoot2" presStyleCnt="0">
        <dgm:presLayoutVars>
          <dgm:hierBranch val="init"/>
        </dgm:presLayoutVars>
      </dgm:prSet>
      <dgm:spPr/>
    </dgm:pt>
    <dgm:pt modelId="{665BBDDC-82CB-4350-AF5A-64E2AE4803F6}" type="pres">
      <dgm:prSet presAssocID="{79FD2105-A155-4C88-8BA0-9CD9D26DC3AE}" presName="rootComposite" presStyleCnt="0"/>
      <dgm:spPr/>
    </dgm:pt>
    <dgm:pt modelId="{523FF8F9-F3AD-4E5A-818C-EFF8E6BA628D}" type="pres">
      <dgm:prSet presAssocID="{79FD2105-A155-4C88-8BA0-9CD9D26DC3AE}" presName="rootText" presStyleLbl="node3" presStyleIdx="12" presStyleCnt="13">
        <dgm:presLayoutVars>
          <dgm:chPref val="3"/>
        </dgm:presLayoutVars>
      </dgm:prSet>
      <dgm:spPr/>
    </dgm:pt>
    <dgm:pt modelId="{749191A2-2EFF-402C-A500-846469EF69B4}" type="pres">
      <dgm:prSet presAssocID="{79FD2105-A155-4C88-8BA0-9CD9D26DC3AE}" presName="rootConnector" presStyleLbl="node3" presStyleIdx="12" presStyleCnt="13"/>
      <dgm:spPr/>
    </dgm:pt>
    <dgm:pt modelId="{2764FC66-DBF2-42CE-B9A0-F714E820EED5}" type="pres">
      <dgm:prSet presAssocID="{79FD2105-A155-4C88-8BA0-9CD9D26DC3AE}" presName="hierChild4" presStyleCnt="0"/>
      <dgm:spPr/>
    </dgm:pt>
    <dgm:pt modelId="{DAAABC43-61DD-4030-9916-EDD0BBA6C315}" type="pres">
      <dgm:prSet presAssocID="{79FD2105-A155-4C88-8BA0-9CD9D26DC3AE}" presName="hierChild5" presStyleCnt="0"/>
      <dgm:spPr/>
    </dgm:pt>
    <dgm:pt modelId="{7A11004D-7C35-4787-8A38-E1BFB9EA3F1A}" type="pres">
      <dgm:prSet presAssocID="{167156A8-CE12-4ABD-88A6-6D2B837BA15D}" presName="hierChild5" presStyleCnt="0"/>
      <dgm:spPr/>
    </dgm:pt>
    <dgm:pt modelId="{A6D533CF-E84D-49C3-B684-EB0D43A2E20A}" type="pres">
      <dgm:prSet presAssocID="{B702F2B0-EDFA-4C0F-A902-3BE163F0FC3D}" presName="hierChild3" presStyleCnt="0"/>
      <dgm:spPr/>
    </dgm:pt>
  </dgm:ptLst>
  <dgm:cxnLst>
    <dgm:cxn modelId="{C8719600-2DBB-428D-8406-3A8405202F18}" type="presOf" srcId="{167156A8-CE12-4ABD-88A6-6D2B837BA15D}" destId="{AB29452F-1846-4DE2-B08A-7C57E0F9487A}" srcOrd="1" destOrd="0" presId="urn:microsoft.com/office/officeart/2005/8/layout/orgChart1"/>
    <dgm:cxn modelId="{122AA900-08EA-4742-ACF7-FD7A320A35A1}" type="presOf" srcId="{29B352F2-CB85-4782-BE8E-58E279E19428}" destId="{4AAFD927-9146-4B52-8487-98B635894628}" srcOrd="1" destOrd="0" presId="urn:microsoft.com/office/officeart/2005/8/layout/orgChart1"/>
    <dgm:cxn modelId="{64863401-7088-4977-BD14-1469EBA46777}" type="presOf" srcId="{895D25B3-8769-435C-AB11-EF43EA51AC4E}" destId="{CBD21B2F-96F1-406D-8F34-ACAC24B8102A}" srcOrd="1" destOrd="0" presId="urn:microsoft.com/office/officeart/2005/8/layout/orgChart1"/>
    <dgm:cxn modelId="{358E9C01-9A64-4BF6-9695-3AA349561395}" type="presOf" srcId="{23169F5A-2FC4-4863-98E0-9D61B988837F}" destId="{0743AAEC-FB0A-48F5-AC4B-6719295A8199}" srcOrd="0" destOrd="0" presId="urn:microsoft.com/office/officeart/2005/8/layout/orgChart1"/>
    <dgm:cxn modelId="{699BC001-CD24-4550-92E9-B043CD3FAF64}" srcId="{8818F018-096B-4EDE-ABC8-61319420AD99}" destId="{EACA858E-6A92-4660-A035-BA1645E9F2C4}" srcOrd="1" destOrd="0" parTransId="{D059DA29-677A-44EA-A27B-628A503FDCE6}" sibTransId="{125CCEAB-3A7A-459B-B956-8F98A83CA131}"/>
    <dgm:cxn modelId="{7B789D03-AE4E-4D76-917B-49F7F3411159}" type="presOf" srcId="{895D25B3-8769-435C-AB11-EF43EA51AC4E}" destId="{AF45195D-19FE-4D06-A802-36969F6987F6}" srcOrd="0" destOrd="0" presId="urn:microsoft.com/office/officeart/2005/8/layout/orgChart1"/>
    <dgm:cxn modelId="{30E40908-FD31-4D64-B61D-653A3A109479}" type="presOf" srcId="{E02FB350-A3A5-4616-AACF-DC4766C215CC}" destId="{BDD54F4F-8740-4C74-ABE2-8345C227207F}" srcOrd="0" destOrd="0" presId="urn:microsoft.com/office/officeart/2005/8/layout/orgChart1"/>
    <dgm:cxn modelId="{9DFCC112-54E8-4B23-9257-6FC58F8CC3AD}" type="presOf" srcId="{29B352F2-CB85-4782-BE8E-58E279E19428}" destId="{CC1D5A5D-31E4-46DF-A9A5-768A3B9DCD54}" srcOrd="0" destOrd="0" presId="urn:microsoft.com/office/officeart/2005/8/layout/orgChart1"/>
    <dgm:cxn modelId="{E63A0217-8234-47D2-B31A-2EA8DBA91DDE}" type="presOf" srcId="{4A8EA828-BABA-4EE9-B3FC-34384FAC6B3D}" destId="{16F1F87A-3211-479E-8DBA-9E30737B774E}" srcOrd="1" destOrd="0" presId="urn:microsoft.com/office/officeart/2005/8/layout/orgChart1"/>
    <dgm:cxn modelId="{16A1A818-360A-48E8-A0FF-A909ACB0B2F6}" type="presOf" srcId="{E9EC1079-E43D-42C7-BEBA-ADDB8F1A76E4}" destId="{20556585-D834-4F0E-AED9-65F3185E714B}" srcOrd="0" destOrd="0" presId="urn:microsoft.com/office/officeart/2005/8/layout/orgChart1"/>
    <dgm:cxn modelId="{AB6D901E-9392-4DF0-AAF4-FC6929C8F3C3}" type="presOf" srcId="{013F0953-CB42-4106-A916-7913590093E7}" destId="{5B58B340-4CD1-42A5-80F2-402594D02EA2}" srcOrd="0" destOrd="0" presId="urn:microsoft.com/office/officeart/2005/8/layout/orgChart1"/>
    <dgm:cxn modelId="{21BE4228-266D-494D-B716-D0142A00D8AB}" type="presOf" srcId="{649FD108-0996-4420-B1B5-3C743012A884}" destId="{E8FF426F-C1EE-4228-B8DE-99E71F9D4959}" srcOrd="0" destOrd="0" presId="urn:microsoft.com/office/officeart/2005/8/layout/orgChart1"/>
    <dgm:cxn modelId="{EF04A82E-E478-464E-B55D-DA23A22154AA}" type="presOf" srcId="{167FF190-AC4C-4621-AC0B-E612A0A32198}" destId="{1988E074-B0D6-4871-B5FE-DA6DD6C7CC03}" srcOrd="0" destOrd="0" presId="urn:microsoft.com/office/officeart/2005/8/layout/orgChart1"/>
    <dgm:cxn modelId="{FBAD6632-A943-4E1A-B4A4-9B9ED6E064FC}" srcId="{8818F018-096B-4EDE-ABC8-61319420AD99}" destId="{32D70487-2353-4411-A294-1BB03FF26DF6}" srcOrd="2" destOrd="0" parTransId="{204D3E73-B376-4757-9FEA-000371A24EF5}" sibTransId="{F4E4A9E6-714B-41B2-ADFA-B4F2EA9DE9EE}"/>
    <dgm:cxn modelId="{4353FF38-5614-4F15-8FD5-5531EEAC185B}" srcId="{DD07EA03-8D77-41F9-ACFE-CC29C4730E16}" destId="{649FD108-0996-4420-B1B5-3C743012A884}" srcOrd="0" destOrd="0" parTransId="{77BF927B-B1B3-4BA4-A8BD-A7E3C674A7BF}" sibTransId="{715AC571-CF6B-4AAA-95FE-1CFAFE3C45D5}"/>
    <dgm:cxn modelId="{2E727E3B-A3FF-4109-884B-1FCE41A877D2}" type="presOf" srcId="{48FF0FCF-BE7B-4E5D-B15C-ADE6A69B2D48}" destId="{D4216EEC-FECF-4D0D-A9BA-1789EAA28579}" srcOrd="0" destOrd="0" presId="urn:microsoft.com/office/officeart/2005/8/layout/orgChart1"/>
    <dgm:cxn modelId="{432A733D-410A-4A61-9927-25EA899ABA4B}" type="presOf" srcId="{398A7FA5-B093-4AFC-BE4D-D42660CAA948}" destId="{069696F0-BF86-470A-B214-4F47DB1CAB6E}" srcOrd="0" destOrd="0" presId="urn:microsoft.com/office/officeart/2005/8/layout/orgChart1"/>
    <dgm:cxn modelId="{7A8DBB3E-A06D-48BE-9E07-4F784E581054}" type="presOf" srcId="{32D70487-2353-4411-A294-1BB03FF26DF6}" destId="{A610BF08-B9A3-4CFC-8661-2963A2CAEC23}" srcOrd="1" destOrd="0" presId="urn:microsoft.com/office/officeart/2005/8/layout/orgChart1"/>
    <dgm:cxn modelId="{217BFF3F-1E60-4EFB-9F3E-3D7075EB6E40}" type="presOf" srcId="{D059DA29-677A-44EA-A27B-628A503FDCE6}" destId="{C67B35A7-8A9D-4476-96CE-FE516E8664A2}" srcOrd="0" destOrd="0" presId="urn:microsoft.com/office/officeart/2005/8/layout/orgChart1"/>
    <dgm:cxn modelId="{18A8DD40-BCB9-4756-A54F-179AAAAC138A}" type="presOf" srcId="{32D70487-2353-4411-A294-1BB03FF26DF6}" destId="{2AEBB506-8D8A-422C-9C78-82CA5C762E4D}" srcOrd="0" destOrd="0" presId="urn:microsoft.com/office/officeart/2005/8/layout/orgChart1"/>
    <dgm:cxn modelId="{55BD5D5D-D1E2-4D49-B21D-6E6E05B951FE}" type="presOf" srcId="{EACA858E-6A92-4660-A035-BA1645E9F2C4}" destId="{E4313532-54CF-4296-831E-2DBBC14D315C}" srcOrd="1" destOrd="0" presId="urn:microsoft.com/office/officeart/2005/8/layout/orgChart1"/>
    <dgm:cxn modelId="{C8F0455E-27DE-4058-8C49-0F0D1F08D17E}" type="presOf" srcId="{8818F018-096B-4EDE-ABC8-61319420AD99}" destId="{AD5A6FE3-08F0-468A-99CB-75C3A20F0FCF}" srcOrd="0" destOrd="0" presId="urn:microsoft.com/office/officeart/2005/8/layout/orgChart1"/>
    <dgm:cxn modelId="{77D97F65-81A3-4DA9-951F-C765B1142764}" type="presOf" srcId="{5A41E348-B91E-40C3-8902-086275FAEA8C}" destId="{9E3F8233-49D3-426B-B911-BA3876687CD8}" srcOrd="0" destOrd="0" presId="urn:microsoft.com/office/officeart/2005/8/layout/orgChart1"/>
    <dgm:cxn modelId="{9EFC8B66-CBC4-487B-A698-5CFFDA2D3F06}" type="presOf" srcId="{8D431187-3829-4676-A7D9-45B719C2E4C3}" destId="{3D2686D3-3A8E-4CC0-AAE4-EF9D88AC92AB}" srcOrd="1" destOrd="0" presId="urn:microsoft.com/office/officeart/2005/8/layout/orgChart1"/>
    <dgm:cxn modelId="{F1CAEE69-6D32-427B-B042-F569BE40EC2A}" srcId="{B702F2B0-EDFA-4C0F-A902-3BE163F0FC3D}" destId="{8818F018-096B-4EDE-ABC8-61319420AD99}" srcOrd="0" destOrd="0" parTransId="{5A41E348-B91E-40C3-8902-086275FAEA8C}" sibTransId="{CFB3F500-3490-4E46-9BF3-CFA5B650B371}"/>
    <dgm:cxn modelId="{C1AD9C6B-DF2B-4AEA-84CC-A3955D2504A9}" type="presOf" srcId="{BCC77502-DF17-4DC1-863C-4CB73F6F20FC}" destId="{6A7BCE8E-EEAF-42FD-92F3-C88665700959}" srcOrd="0" destOrd="0" presId="urn:microsoft.com/office/officeart/2005/8/layout/orgChart1"/>
    <dgm:cxn modelId="{C9F32B4C-D2EC-473F-B4F6-D7106C77F876}" type="presOf" srcId="{B4B1C60C-0163-4414-BC51-8F0A771F9D4A}" destId="{C7469D1B-06B4-494D-9DA5-B46E78D25CA5}" srcOrd="0" destOrd="0" presId="urn:microsoft.com/office/officeart/2005/8/layout/orgChart1"/>
    <dgm:cxn modelId="{2E9B896E-9F85-4663-92BA-C9763C4BD4E2}" type="presOf" srcId="{567CE538-E618-4AD6-8ED5-A6163F4F885A}" destId="{F7CC7438-3CC6-4F6E-800C-2BE152BF7C73}" srcOrd="0" destOrd="0" presId="urn:microsoft.com/office/officeart/2005/8/layout/orgChart1"/>
    <dgm:cxn modelId="{7A8AA56E-833C-4C1C-A130-95F5B0FAF9F0}" type="presOf" srcId="{E02FB350-A3A5-4616-AACF-DC4766C215CC}" destId="{0910EA25-BA18-40C6-B9D5-5BF0CD7ED8CD}" srcOrd="1" destOrd="0" presId="urn:microsoft.com/office/officeart/2005/8/layout/orgChart1"/>
    <dgm:cxn modelId="{DBC50971-3F82-4DDF-84D9-170D24F476EA}" srcId="{B702F2B0-EDFA-4C0F-A902-3BE163F0FC3D}" destId="{29B352F2-CB85-4782-BE8E-58E279E19428}" srcOrd="2" destOrd="0" parTransId="{D202EC7B-9306-4DF9-82F4-5161C7842C21}" sibTransId="{840F9693-7643-428B-84E7-A23E1BCD89DE}"/>
    <dgm:cxn modelId="{8D241673-7F52-4321-B878-0B994CE3E70C}" srcId="{B702F2B0-EDFA-4C0F-A902-3BE163F0FC3D}" destId="{167156A8-CE12-4ABD-88A6-6D2B837BA15D}" srcOrd="3" destOrd="0" parTransId="{48FF0FCF-BE7B-4E5D-B15C-ADE6A69B2D48}" sibTransId="{F2071167-2BCC-4BC2-BD38-A13077CF8CBA}"/>
    <dgm:cxn modelId="{C874EA73-34B5-49DB-AAA2-6EC3BB2FBC7D}" type="presOf" srcId="{94F4F698-3440-4B97-847C-74DA7933627F}" destId="{B60E52AB-DA56-494D-85EE-AE064A04DE1B}" srcOrd="1" destOrd="0" presId="urn:microsoft.com/office/officeart/2005/8/layout/orgChart1"/>
    <dgm:cxn modelId="{016CEA54-1609-4947-9959-2BEDE66D4D80}" type="presOf" srcId="{2542C509-C3ED-4B26-924A-E8A5F9EE28D1}" destId="{5E6A699D-B233-4872-AE00-B7E418E3053A}" srcOrd="0" destOrd="0" presId="urn:microsoft.com/office/officeart/2005/8/layout/orgChart1"/>
    <dgm:cxn modelId="{F67E0A75-D3B0-42AA-B3FE-C163C084BC5A}" type="presOf" srcId="{79FD2105-A155-4C88-8BA0-9CD9D26DC3AE}" destId="{523FF8F9-F3AD-4E5A-818C-EFF8E6BA628D}" srcOrd="0" destOrd="0" presId="urn:microsoft.com/office/officeart/2005/8/layout/orgChart1"/>
    <dgm:cxn modelId="{3C8D9577-E0DC-4DFF-947E-C3A5EE0B5714}" type="presOf" srcId="{4A8EA828-BABA-4EE9-B3FC-34384FAC6B3D}" destId="{F1B35417-3B3D-4F9A-BDDC-EEC634964B0D}" srcOrd="0" destOrd="0" presId="urn:microsoft.com/office/officeart/2005/8/layout/orgChart1"/>
    <dgm:cxn modelId="{D423E458-B582-435F-99E9-E0A36373364F}" type="presOf" srcId="{28AF05FF-F4E7-40A1-8148-F14F4965FC8E}" destId="{26052BC7-8B7F-4793-A243-301E19CE71C6}" srcOrd="0" destOrd="0" presId="urn:microsoft.com/office/officeart/2005/8/layout/orgChart1"/>
    <dgm:cxn modelId="{68811A5A-A92A-4783-89A7-CB02C577523A}" srcId="{B702F2B0-EDFA-4C0F-A902-3BE163F0FC3D}" destId="{DD07EA03-8D77-41F9-ACFE-CC29C4730E16}" srcOrd="1" destOrd="0" parTransId="{A0BF2FEB-EFDF-4BB3-95F4-E01C1B6452CF}" sibTransId="{3E4CD43E-FDE0-411C-A415-625F5F5AC8EE}"/>
    <dgm:cxn modelId="{8574257A-0B84-40F5-9F62-BC9D60BF0252}" type="presOf" srcId="{F03EF17F-94E3-4513-97F2-8A4CE6391935}" destId="{A9060E69-1D90-400E-B965-21C33692DB1B}" srcOrd="0" destOrd="0" presId="urn:microsoft.com/office/officeart/2005/8/layout/orgChart1"/>
    <dgm:cxn modelId="{9F19217E-06D5-462D-9450-66BF774F318F}" srcId="{DD07EA03-8D77-41F9-ACFE-CC29C4730E16}" destId="{8D431187-3829-4676-A7D9-45B719C2E4C3}" srcOrd="2" destOrd="0" parTransId="{F03EF17F-94E3-4513-97F2-8A4CE6391935}" sibTransId="{9C9B4B9B-D35E-487F-A539-E4B35B04C2B1}"/>
    <dgm:cxn modelId="{108DD67E-241B-4052-B04C-22D01FCFFC24}" type="presOf" srcId="{167156A8-CE12-4ABD-88A6-6D2B837BA15D}" destId="{ED231098-89CF-4766-9471-2384EC99C598}" srcOrd="0" destOrd="0" presId="urn:microsoft.com/office/officeart/2005/8/layout/orgChart1"/>
    <dgm:cxn modelId="{70636681-0F4B-471A-8080-429355BD28F1}" type="presOf" srcId="{204D3E73-B376-4757-9FEA-000371A24EF5}" destId="{3C63DF2A-EB90-49EC-867C-78EE7F18E637}" srcOrd="0" destOrd="0" presId="urn:microsoft.com/office/officeart/2005/8/layout/orgChart1"/>
    <dgm:cxn modelId="{6E759483-8C47-4A49-A924-0F8DB7CB8393}" type="presOf" srcId="{A0BF2FEB-EFDF-4BB3-95F4-E01C1B6452CF}" destId="{C2ED01CB-9179-4F9E-9CCA-9D538534EBE0}" srcOrd="0" destOrd="0" presId="urn:microsoft.com/office/officeart/2005/8/layout/orgChart1"/>
    <dgm:cxn modelId="{09845D84-631C-48A5-9BCC-383EA204B3B9}" type="presOf" srcId="{77BF927B-B1B3-4BA4-A8BD-A7E3C674A7BF}" destId="{6354B431-14D2-4CE2-9359-803F30A696A9}" srcOrd="0" destOrd="0" presId="urn:microsoft.com/office/officeart/2005/8/layout/orgChart1"/>
    <dgm:cxn modelId="{53C29386-B234-4D78-BF5E-8C6CBC60ACB0}" srcId="{8818F018-096B-4EDE-ABC8-61319420AD99}" destId="{B4B1C60C-0163-4414-BC51-8F0A771F9D4A}" srcOrd="0" destOrd="0" parTransId="{E44EC15D-825F-4159-A68E-B9F534BAE46A}" sibTransId="{8AA0FC53-6DC9-40E3-9CCE-CE8AE7AB1590}"/>
    <dgm:cxn modelId="{BAD7E58B-0541-4D1E-82ED-87F85CB49E00}" type="presOf" srcId="{87FDDB5B-26A1-4448-8AC7-2CF030AF436B}" destId="{DDF4DDB9-53A0-4288-BC7A-CF623321D253}" srcOrd="0" destOrd="0" presId="urn:microsoft.com/office/officeart/2005/8/layout/orgChart1"/>
    <dgm:cxn modelId="{BEF9EC9E-F336-4797-BE72-0AFBC4C25400}" type="presOf" srcId="{DD07EA03-8D77-41F9-ACFE-CC29C4730E16}" destId="{612CE97B-0B07-479B-9978-6E89E57CE96B}" srcOrd="1" destOrd="0" presId="urn:microsoft.com/office/officeart/2005/8/layout/orgChart1"/>
    <dgm:cxn modelId="{AC8346A0-70D9-42CE-84A3-833BA313274B}" srcId="{DD07EA03-8D77-41F9-ACFE-CC29C4730E16}" destId="{E02FB350-A3A5-4616-AACF-DC4766C215CC}" srcOrd="3" destOrd="0" parTransId="{04615F40-C549-48FE-A5C2-D0C70ED74B9A}" sibTransId="{B7852092-74D4-4D2A-98B2-60B206FF6A48}"/>
    <dgm:cxn modelId="{67A3F3A0-781A-4C05-AAFA-14D918CAA4F0}" srcId="{167156A8-CE12-4ABD-88A6-6D2B837BA15D}" destId="{895D25B3-8769-435C-AB11-EF43EA51AC4E}" srcOrd="0" destOrd="0" parTransId="{BCC77502-DF17-4DC1-863C-4CB73F6F20FC}" sibTransId="{9A933280-03DE-4ED1-8C62-0B6770BE6B40}"/>
    <dgm:cxn modelId="{79A3ECA3-5849-48C3-9B4F-024DC57CE108}" type="presOf" srcId="{D202EC7B-9306-4DF9-82F4-5161C7842C21}" destId="{68470E5D-E5A4-4D2A-9629-EEE4622BAF42}" srcOrd="0" destOrd="0" presId="urn:microsoft.com/office/officeart/2005/8/layout/orgChart1"/>
    <dgm:cxn modelId="{83BC67B3-DF12-4045-93DB-CCA3920FD3E4}" type="presOf" srcId="{8818F018-096B-4EDE-ABC8-61319420AD99}" destId="{191D96F1-86C2-4F48-9358-287B2E712BA8}" srcOrd="1" destOrd="0" presId="urn:microsoft.com/office/officeart/2005/8/layout/orgChart1"/>
    <dgm:cxn modelId="{45C176B4-0941-4EED-9C02-96F14F859C14}" type="presOf" srcId="{04615F40-C549-48FE-A5C2-D0C70ED74B9A}" destId="{BD272261-4942-448D-BD86-6C0BB46D2C7B}" srcOrd="0" destOrd="0" presId="urn:microsoft.com/office/officeart/2005/8/layout/orgChart1"/>
    <dgm:cxn modelId="{2AC3EAB6-B507-4192-9410-ECAC1D1A0859}" type="presOf" srcId="{79FD2105-A155-4C88-8BA0-9CD9D26DC3AE}" destId="{749191A2-2EFF-402C-A500-846469EF69B4}" srcOrd="1" destOrd="0" presId="urn:microsoft.com/office/officeart/2005/8/layout/orgChart1"/>
    <dgm:cxn modelId="{5E5FB6BB-A82D-4EF9-A3A9-ED1C77925DCB}" type="presOf" srcId="{398A7FA5-B093-4AFC-BE4D-D42660CAA948}" destId="{2B58B02C-B439-46C2-89A7-BA30AE98FBDA}" srcOrd="1" destOrd="0" presId="urn:microsoft.com/office/officeart/2005/8/layout/orgChart1"/>
    <dgm:cxn modelId="{8993EABB-A2FA-4FAD-B517-E8BA4BA81CA0}" type="presOf" srcId="{E44EC15D-825F-4159-A68E-B9F534BAE46A}" destId="{68CD2AF4-5713-413C-917F-BC868E3F7287}" srcOrd="0" destOrd="0" presId="urn:microsoft.com/office/officeart/2005/8/layout/orgChart1"/>
    <dgm:cxn modelId="{0E8F60BD-B298-419F-8393-C5A74CF048EE}" type="presOf" srcId="{8D431187-3829-4676-A7D9-45B719C2E4C3}" destId="{9C5C44D2-F9D0-44AB-977A-FA596609A0C7}" srcOrd="0" destOrd="0" presId="urn:microsoft.com/office/officeart/2005/8/layout/orgChart1"/>
    <dgm:cxn modelId="{21B18EBF-F3B3-4B74-8B22-2CDF7EB6A6C4}" srcId="{167156A8-CE12-4ABD-88A6-6D2B837BA15D}" destId="{79FD2105-A155-4C88-8BA0-9CD9D26DC3AE}" srcOrd="1" destOrd="0" parTransId="{013F0953-CB42-4106-A916-7913590093E7}" sibTransId="{CCE1F56F-19DC-420B-B453-0DAAD956D7A0}"/>
    <dgm:cxn modelId="{FAA9FFC0-73F6-450E-B195-DBE112843594}" type="presOf" srcId="{CC881CC4-9C75-48B3-A2B3-50F6238F25EF}" destId="{C1E7AE0B-69ED-45C3-B8FF-5D9CD9702B19}" srcOrd="0" destOrd="0" presId="urn:microsoft.com/office/officeart/2005/8/layout/orgChart1"/>
    <dgm:cxn modelId="{9F0EF5C1-950A-4AEE-88EE-6BE7AC2BFFDA}" srcId="{DD07EA03-8D77-41F9-ACFE-CC29C4730E16}" destId="{398A7FA5-B093-4AFC-BE4D-D42660CAA948}" srcOrd="1" destOrd="0" parTransId="{23169F5A-2FC4-4863-98E0-9D61B988837F}" sibTransId="{785B9F00-0597-410B-8B21-DAF786950870}"/>
    <dgm:cxn modelId="{C27A95C8-8F7B-4369-AC26-11DA541F9E5D}" type="presOf" srcId="{2542C509-C3ED-4B26-924A-E8A5F9EE28D1}" destId="{781237D7-D1CE-407F-980D-FDA4429BF86C}" srcOrd="1" destOrd="0" presId="urn:microsoft.com/office/officeart/2005/8/layout/orgChart1"/>
    <dgm:cxn modelId="{81BD55C9-5AF3-40CB-BEEF-4823AE0D741F}" srcId="{29B352F2-CB85-4782-BE8E-58E279E19428}" destId="{28AF05FF-F4E7-40A1-8148-F14F4965FC8E}" srcOrd="1" destOrd="0" parTransId="{87FDDB5B-26A1-4448-8AC7-2CF030AF436B}" sibTransId="{B9BFA961-D108-4960-A547-4E023E6DB63B}"/>
    <dgm:cxn modelId="{EA6ECBCE-A95D-4E37-B0A3-947AE09DBBD4}" type="presOf" srcId="{EACA858E-6A92-4660-A035-BA1645E9F2C4}" destId="{43567C2E-3BE3-4D66-91D0-826ED6D1F351}" srcOrd="0" destOrd="0" presId="urn:microsoft.com/office/officeart/2005/8/layout/orgChart1"/>
    <dgm:cxn modelId="{0D7C3BD2-034F-4038-AC3D-6C6943508AEE}" srcId="{8818F018-096B-4EDE-ABC8-61319420AD99}" destId="{94F4F698-3440-4B97-847C-74DA7933627F}" srcOrd="3" destOrd="0" parTransId="{167FF190-AC4C-4621-AC0B-E612A0A32198}" sibTransId="{E8A74D40-7DC0-41ED-AA73-45C55D284262}"/>
    <dgm:cxn modelId="{F5A43DD7-AA18-4679-B073-43207AD56E4B}" type="presOf" srcId="{B702F2B0-EDFA-4C0F-A902-3BE163F0FC3D}" destId="{C53DAF83-C3DD-40D0-8368-ECF7FD67971D}" srcOrd="1" destOrd="0" presId="urn:microsoft.com/office/officeart/2005/8/layout/orgChart1"/>
    <dgm:cxn modelId="{A1EA1CD8-295B-41C1-944C-C09B3A2E8EDA}" type="presOf" srcId="{94F4F698-3440-4B97-847C-74DA7933627F}" destId="{3F741DC6-8DED-4B9C-AD45-036A2C597260}" srcOrd="0" destOrd="0" presId="urn:microsoft.com/office/officeart/2005/8/layout/orgChart1"/>
    <dgm:cxn modelId="{D77D4DD8-B468-4ADF-8169-063B0C49F0D4}" type="presOf" srcId="{B4B1C60C-0163-4414-BC51-8F0A771F9D4A}" destId="{E63096A7-091C-4B24-A618-BFA3E8B26DB0}" srcOrd="1" destOrd="0" presId="urn:microsoft.com/office/officeart/2005/8/layout/orgChart1"/>
    <dgm:cxn modelId="{9CB856E1-9361-4DD1-BD78-A673A598DDCA}" srcId="{29B352F2-CB85-4782-BE8E-58E279E19428}" destId="{2542C509-C3ED-4B26-924A-E8A5F9EE28D1}" srcOrd="0" destOrd="0" parTransId="{E9EC1079-E43D-42C7-BEBA-ADDB8F1A76E4}" sibTransId="{0A203FCB-6068-42F4-BD86-020D0A44313E}"/>
    <dgm:cxn modelId="{B4CDEFE2-2881-4905-A4E8-E8B56600D8C4}" srcId="{567CE538-E618-4AD6-8ED5-A6163F4F885A}" destId="{B702F2B0-EDFA-4C0F-A902-3BE163F0FC3D}" srcOrd="0" destOrd="0" parTransId="{3E269125-1DAF-4E25-8746-AD8FBB0F4094}" sibTransId="{00630D5A-DBE0-4F53-B6EE-60543D9A19EE}"/>
    <dgm:cxn modelId="{D6AFFEE5-22E6-46D9-B14B-7BFF9D560AD9}" type="presOf" srcId="{649FD108-0996-4420-B1B5-3C743012A884}" destId="{91B3424D-5F9C-4F1A-8C7B-7FF5749A2BC5}" srcOrd="1" destOrd="0" presId="urn:microsoft.com/office/officeart/2005/8/layout/orgChart1"/>
    <dgm:cxn modelId="{469040E6-CAF7-482D-89A9-148D2B2C12EA}" type="presOf" srcId="{DD07EA03-8D77-41F9-ACFE-CC29C4730E16}" destId="{45EBC505-F898-4B7B-8378-F6E1964F1411}" srcOrd="0" destOrd="0" presId="urn:microsoft.com/office/officeart/2005/8/layout/orgChart1"/>
    <dgm:cxn modelId="{51527FF6-DF09-45C7-A003-DAE95C3AD0AB}" srcId="{29B352F2-CB85-4782-BE8E-58E279E19428}" destId="{4A8EA828-BABA-4EE9-B3FC-34384FAC6B3D}" srcOrd="2" destOrd="0" parTransId="{CC881CC4-9C75-48B3-A2B3-50F6238F25EF}" sibTransId="{D7E343B7-E217-4B89-AC7A-8660074EB9A5}"/>
    <dgm:cxn modelId="{6982DEF7-8212-441A-A142-1672E13E3343}" type="presOf" srcId="{B702F2B0-EDFA-4C0F-A902-3BE163F0FC3D}" destId="{169DF056-DFA1-4368-91C9-08017593EF02}" srcOrd="0" destOrd="0" presId="urn:microsoft.com/office/officeart/2005/8/layout/orgChart1"/>
    <dgm:cxn modelId="{B4D9D4FD-8506-4AA3-8B64-D19FF55E3956}" type="presOf" srcId="{28AF05FF-F4E7-40A1-8148-F14F4965FC8E}" destId="{35AEDE61-E988-41B5-A96A-FE812286433A}" srcOrd="1" destOrd="0" presId="urn:microsoft.com/office/officeart/2005/8/layout/orgChart1"/>
    <dgm:cxn modelId="{4207D213-CE1B-4CC0-AC8E-678892A35774}" type="presParOf" srcId="{F7CC7438-3CC6-4F6E-800C-2BE152BF7C73}" destId="{9649CD0B-3B5D-46A7-A4D2-F6D606C88FFC}" srcOrd="0" destOrd="0" presId="urn:microsoft.com/office/officeart/2005/8/layout/orgChart1"/>
    <dgm:cxn modelId="{AB826C66-298D-4862-B8EC-11C6C0C56BE1}" type="presParOf" srcId="{9649CD0B-3B5D-46A7-A4D2-F6D606C88FFC}" destId="{401D0869-145A-4633-8338-8E9CCF76FF7C}" srcOrd="0" destOrd="0" presId="urn:microsoft.com/office/officeart/2005/8/layout/orgChart1"/>
    <dgm:cxn modelId="{A40E6476-9224-4A7A-BCFC-35EB943EF835}" type="presParOf" srcId="{401D0869-145A-4633-8338-8E9CCF76FF7C}" destId="{169DF056-DFA1-4368-91C9-08017593EF02}" srcOrd="0" destOrd="0" presId="urn:microsoft.com/office/officeart/2005/8/layout/orgChart1"/>
    <dgm:cxn modelId="{B1D960DE-8142-48FF-B1AD-9B00D40C1409}" type="presParOf" srcId="{401D0869-145A-4633-8338-8E9CCF76FF7C}" destId="{C53DAF83-C3DD-40D0-8368-ECF7FD67971D}" srcOrd="1" destOrd="0" presId="urn:microsoft.com/office/officeart/2005/8/layout/orgChart1"/>
    <dgm:cxn modelId="{8E9BBC4E-0518-40FA-828B-A84D675A8905}" type="presParOf" srcId="{9649CD0B-3B5D-46A7-A4D2-F6D606C88FFC}" destId="{F1B7F59B-4DEA-4F0E-8EE4-8289D0977CB4}" srcOrd="1" destOrd="0" presId="urn:microsoft.com/office/officeart/2005/8/layout/orgChart1"/>
    <dgm:cxn modelId="{33A542FF-0C63-4063-89E9-22D36ACBA416}" type="presParOf" srcId="{F1B7F59B-4DEA-4F0E-8EE4-8289D0977CB4}" destId="{9E3F8233-49D3-426B-B911-BA3876687CD8}" srcOrd="0" destOrd="0" presId="urn:microsoft.com/office/officeart/2005/8/layout/orgChart1"/>
    <dgm:cxn modelId="{576E88FA-F875-4612-A9F0-4349A9A874C5}" type="presParOf" srcId="{F1B7F59B-4DEA-4F0E-8EE4-8289D0977CB4}" destId="{9061D562-C0B9-4AE8-9E3E-10ADF5012D39}" srcOrd="1" destOrd="0" presId="urn:microsoft.com/office/officeart/2005/8/layout/orgChart1"/>
    <dgm:cxn modelId="{41D50DAD-BDEF-4E5E-97DF-0685FB96940B}" type="presParOf" srcId="{9061D562-C0B9-4AE8-9E3E-10ADF5012D39}" destId="{A768809A-7B9B-47F9-81C4-5F335F29A305}" srcOrd="0" destOrd="0" presId="urn:microsoft.com/office/officeart/2005/8/layout/orgChart1"/>
    <dgm:cxn modelId="{953ECD6A-4FCC-46A2-821F-5330F928F6EA}" type="presParOf" srcId="{A768809A-7B9B-47F9-81C4-5F335F29A305}" destId="{AD5A6FE3-08F0-468A-99CB-75C3A20F0FCF}" srcOrd="0" destOrd="0" presId="urn:microsoft.com/office/officeart/2005/8/layout/orgChart1"/>
    <dgm:cxn modelId="{1E750ADD-455F-41F2-A0EA-EA5D62E0EAA6}" type="presParOf" srcId="{A768809A-7B9B-47F9-81C4-5F335F29A305}" destId="{191D96F1-86C2-4F48-9358-287B2E712BA8}" srcOrd="1" destOrd="0" presId="urn:microsoft.com/office/officeart/2005/8/layout/orgChart1"/>
    <dgm:cxn modelId="{EB01A35F-7E12-493E-8C0B-2A2D189F8BEF}" type="presParOf" srcId="{9061D562-C0B9-4AE8-9E3E-10ADF5012D39}" destId="{11DC0334-D44D-4B48-95A9-02DBE8DB408A}" srcOrd="1" destOrd="0" presId="urn:microsoft.com/office/officeart/2005/8/layout/orgChart1"/>
    <dgm:cxn modelId="{DA5D78B1-576F-4399-A301-86FAF90B0DCD}" type="presParOf" srcId="{11DC0334-D44D-4B48-95A9-02DBE8DB408A}" destId="{68CD2AF4-5713-413C-917F-BC868E3F7287}" srcOrd="0" destOrd="0" presId="urn:microsoft.com/office/officeart/2005/8/layout/orgChart1"/>
    <dgm:cxn modelId="{99202A10-E8C2-44BC-9C17-DA4DA5EB1DA6}" type="presParOf" srcId="{11DC0334-D44D-4B48-95A9-02DBE8DB408A}" destId="{2D72DA12-10EF-4C90-B69A-F383CBCB6E11}" srcOrd="1" destOrd="0" presId="urn:microsoft.com/office/officeart/2005/8/layout/orgChart1"/>
    <dgm:cxn modelId="{FD511DB6-589F-4974-B7A4-397DD3A31748}" type="presParOf" srcId="{2D72DA12-10EF-4C90-B69A-F383CBCB6E11}" destId="{86C26EF7-CA0A-4E6D-A3A6-3179CF401673}" srcOrd="0" destOrd="0" presId="urn:microsoft.com/office/officeart/2005/8/layout/orgChart1"/>
    <dgm:cxn modelId="{BFE182A8-7F6E-4572-BC02-667293C1C1FA}" type="presParOf" srcId="{86C26EF7-CA0A-4E6D-A3A6-3179CF401673}" destId="{C7469D1B-06B4-494D-9DA5-B46E78D25CA5}" srcOrd="0" destOrd="0" presId="urn:microsoft.com/office/officeart/2005/8/layout/orgChart1"/>
    <dgm:cxn modelId="{3C94C79D-6E20-45FE-933A-5DAB304E0DB4}" type="presParOf" srcId="{86C26EF7-CA0A-4E6D-A3A6-3179CF401673}" destId="{E63096A7-091C-4B24-A618-BFA3E8B26DB0}" srcOrd="1" destOrd="0" presId="urn:microsoft.com/office/officeart/2005/8/layout/orgChart1"/>
    <dgm:cxn modelId="{EE0FD7A2-4296-4E34-B0D0-847718845A80}" type="presParOf" srcId="{2D72DA12-10EF-4C90-B69A-F383CBCB6E11}" destId="{6C73E887-AFF7-4CD0-ABCB-1CFD0A8F1D0C}" srcOrd="1" destOrd="0" presId="urn:microsoft.com/office/officeart/2005/8/layout/orgChart1"/>
    <dgm:cxn modelId="{C263072F-C5FB-4B2E-8DCA-C27D100E1995}" type="presParOf" srcId="{2D72DA12-10EF-4C90-B69A-F383CBCB6E11}" destId="{E8801B0E-1388-4BFA-9497-DF45F7B6D912}" srcOrd="2" destOrd="0" presId="urn:microsoft.com/office/officeart/2005/8/layout/orgChart1"/>
    <dgm:cxn modelId="{7CD3B29D-F009-4501-93BA-E11869D31CFC}" type="presParOf" srcId="{11DC0334-D44D-4B48-95A9-02DBE8DB408A}" destId="{C67B35A7-8A9D-4476-96CE-FE516E8664A2}" srcOrd="2" destOrd="0" presId="urn:microsoft.com/office/officeart/2005/8/layout/orgChart1"/>
    <dgm:cxn modelId="{89EECCF6-A5A9-4AB4-B36C-286C35D59995}" type="presParOf" srcId="{11DC0334-D44D-4B48-95A9-02DBE8DB408A}" destId="{E70F2080-9478-4AF9-8AFA-5314DD6E2C2D}" srcOrd="3" destOrd="0" presId="urn:microsoft.com/office/officeart/2005/8/layout/orgChart1"/>
    <dgm:cxn modelId="{6D6EE233-0C4E-49AA-8893-E57A86630D3A}" type="presParOf" srcId="{E70F2080-9478-4AF9-8AFA-5314DD6E2C2D}" destId="{55FEE21C-6F4A-4109-AC43-401D32CA5764}" srcOrd="0" destOrd="0" presId="urn:microsoft.com/office/officeart/2005/8/layout/orgChart1"/>
    <dgm:cxn modelId="{095D04AD-6838-4BE8-9986-B2E5A2F25969}" type="presParOf" srcId="{55FEE21C-6F4A-4109-AC43-401D32CA5764}" destId="{43567C2E-3BE3-4D66-91D0-826ED6D1F351}" srcOrd="0" destOrd="0" presId="urn:microsoft.com/office/officeart/2005/8/layout/orgChart1"/>
    <dgm:cxn modelId="{CF896436-79B6-435D-B996-93851B125AD9}" type="presParOf" srcId="{55FEE21C-6F4A-4109-AC43-401D32CA5764}" destId="{E4313532-54CF-4296-831E-2DBBC14D315C}" srcOrd="1" destOrd="0" presId="urn:microsoft.com/office/officeart/2005/8/layout/orgChart1"/>
    <dgm:cxn modelId="{C076C7C2-937F-4DD0-81D3-2B35B54BBC07}" type="presParOf" srcId="{E70F2080-9478-4AF9-8AFA-5314DD6E2C2D}" destId="{B564497C-415C-48D2-816E-6BEE5EB32933}" srcOrd="1" destOrd="0" presId="urn:microsoft.com/office/officeart/2005/8/layout/orgChart1"/>
    <dgm:cxn modelId="{73E8F6DF-569B-40EC-852C-57DD72F2CF6B}" type="presParOf" srcId="{E70F2080-9478-4AF9-8AFA-5314DD6E2C2D}" destId="{89D669E0-1F23-4F28-B815-86A858D6B22C}" srcOrd="2" destOrd="0" presId="urn:microsoft.com/office/officeart/2005/8/layout/orgChart1"/>
    <dgm:cxn modelId="{5CA985D6-672F-4C1F-B4D7-7ED43AB9EF0C}" type="presParOf" srcId="{11DC0334-D44D-4B48-95A9-02DBE8DB408A}" destId="{3C63DF2A-EB90-49EC-867C-78EE7F18E637}" srcOrd="4" destOrd="0" presId="urn:microsoft.com/office/officeart/2005/8/layout/orgChart1"/>
    <dgm:cxn modelId="{E3E58BB8-96D6-4915-92F7-A0A67D64A5BE}" type="presParOf" srcId="{11DC0334-D44D-4B48-95A9-02DBE8DB408A}" destId="{9FFEF790-0CAA-4B0D-A753-EB6D69C2E83F}" srcOrd="5" destOrd="0" presId="urn:microsoft.com/office/officeart/2005/8/layout/orgChart1"/>
    <dgm:cxn modelId="{30E5D845-9D3E-4B96-A50A-481811AB99F3}" type="presParOf" srcId="{9FFEF790-0CAA-4B0D-A753-EB6D69C2E83F}" destId="{44F33B08-0EBC-4502-A3AC-625B0FA6E478}" srcOrd="0" destOrd="0" presId="urn:microsoft.com/office/officeart/2005/8/layout/orgChart1"/>
    <dgm:cxn modelId="{1B4E9880-357B-4DEF-96FA-18BAFC65D4A5}" type="presParOf" srcId="{44F33B08-0EBC-4502-A3AC-625B0FA6E478}" destId="{2AEBB506-8D8A-422C-9C78-82CA5C762E4D}" srcOrd="0" destOrd="0" presId="urn:microsoft.com/office/officeart/2005/8/layout/orgChart1"/>
    <dgm:cxn modelId="{BDA63A31-CBCD-4C74-93E8-EEF82C00DC52}" type="presParOf" srcId="{44F33B08-0EBC-4502-A3AC-625B0FA6E478}" destId="{A610BF08-B9A3-4CFC-8661-2963A2CAEC23}" srcOrd="1" destOrd="0" presId="urn:microsoft.com/office/officeart/2005/8/layout/orgChart1"/>
    <dgm:cxn modelId="{8567D596-A0DC-4B89-BFAF-055750A6C706}" type="presParOf" srcId="{9FFEF790-0CAA-4B0D-A753-EB6D69C2E83F}" destId="{F7DF2710-D4DD-4596-A067-D41C8D5125E6}" srcOrd="1" destOrd="0" presId="urn:microsoft.com/office/officeart/2005/8/layout/orgChart1"/>
    <dgm:cxn modelId="{33B1EF73-E765-4BC3-B782-69ABDAD47F93}" type="presParOf" srcId="{9FFEF790-0CAA-4B0D-A753-EB6D69C2E83F}" destId="{0BDB1FCF-DDF4-49F2-A1AF-CC188E90BA84}" srcOrd="2" destOrd="0" presId="urn:microsoft.com/office/officeart/2005/8/layout/orgChart1"/>
    <dgm:cxn modelId="{5BF5E69A-C905-44B0-BD4B-BEC3EDB4F3EA}" type="presParOf" srcId="{11DC0334-D44D-4B48-95A9-02DBE8DB408A}" destId="{1988E074-B0D6-4871-B5FE-DA6DD6C7CC03}" srcOrd="6" destOrd="0" presId="urn:microsoft.com/office/officeart/2005/8/layout/orgChart1"/>
    <dgm:cxn modelId="{9CFED76A-5682-4518-889E-3D752ACEC3CC}" type="presParOf" srcId="{11DC0334-D44D-4B48-95A9-02DBE8DB408A}" destId="{34E6178A-AA68-40F6-94F9-728B7FD9A146}" srcOrd="7" destOrd="0" presId="urn:microsoft.com/office/officeart/2005/8/layout/orgChart1"/>
    <dgm:cxn modelId="{01D035B9-CD95-4FEE-BECB-92C9783B0325}" type="presParOf" srcId="{34E6178A-AA68-40F6-94F9-728B7FD9A146}" destId="{AE339610-8A25-449D-A0CC-DEB30EE59BF8}" srcOrd="0" destOrd="0" presId="urn:microsoft.com/office/officeart/2005/8/layout/orgChart1"/>
    <dgm:cxn modelId="{553FAC65-3C29-4824-82AA-7A1779245D48}" type="presParOf" srcId="{AE339610-8A25-449D-A0CC-DEB30EE59BF8}" destId="{3F741DC6-8DED-4B9C-AD45-036A2C597260}" srcOrd="0" destOrd="0" presId="urn:microsoft.com/office/officeart/2005/8/layout/orgChart1"/>
    <dgm:cxn modelId="{B023284E-D863-4DCE-B32C-8E607F8067BD}" type="presParOf" srcId="{AE339610-8A25-449D-A0CC-DEB30EE59BF8}" destId="{B60E52AB-DA56-494D-85EE-AE064A04DE1B}" srcOrd="1" destOrd="0" presId="urn:microsoft.com/office/officeart/2005/8/layout/orgChart1"/>
    <dgm:cxn modelId="{A29EDD6B-0934-4CDC-A97B-3AE9505CC663}" type="presParOf" srcId="{34E6178A-AA68-40F6-94F9-728B7FD9A146}" destId="{34752978-87BF-498E-BCE2-E49799439F39}" srcOrd="1" destOrd="0" presId="urn:microsoft.com/office/officeart/2005/8/layout/orgChart1"/>
    <dgm:cxn modelId="{5867B771-F492-4943-94F8-C556EDBDD7CA}" type="presParOf" srcId="{34E6178A-AA68-40F6-94F9-728B7FD9A146}" destId="{E582C636-2076-4BFF-9937-E6B1B55D8FAE}" srcOrd="2" destOrd="0" presId="urn:microsoft.com/office/officeart/2005/8/layout/orgChart1"/>
    <dgm:cxn modelId="{9DC77F08-BD3E-43B4-A4BF-5040A2BE4374}" type="presParOf" srcId="{9061D562-C0B9-4AE8-9E3E-10ADF5012D39}" destId="{C1BC0831-6D3D-4143-B243-9BC8F60CE7EE}" srcOrd="2" destOrd="0" presId="urn:microsoft.com/office/officeart/2005/8/layout/orgChart1"/>
    <dgm:cxn modelId="{BD18ED2E-5A85-4F37-BB63-26F31BE37D30}" type="presParOf" srcId="{F1B7F59B-4DEA-4F0E-8EE4-8289D0977CB4}" destId="{C2ED01CB-9179-4F9E-9CCA-9D538534EBE0}" srcOrd="2" destOrd="0" presId="urn:microsoft.com/office/officeart/2005/8/layout/orgChart1"/>
    <dgm:cxn modelId="{692C28F9-E4F0-492B-B33E-82FFD0B3FCB6}" type="presParOf" srcId="{F1B7F59B-4DEA-4F0E-8EE4-8289D0977CB4}" destId="{F8C38F6A-EC51-4B19-A75B-C49B68D0EC57}" srcOrd="3" destOrd="0" presId="urn:microsoft.com/office/officeart/2005/8/layout/orgChart1"/>
    <dgm:cxn modelId="{EECEE885-0C49-4BB5-975D-1B49F00A29F3}" type="presParOf" srcId="{F8C38F6A-EC51-4B19-A75B-C49B68D0EC57}" destId="{D452971A-F234-4A11-A1D6-885389020AA3}" srcOrd="0" destOrd="0" presId="urn:microsoft.com/office/officeart/2005/8/layout/orgChart1"/>
    <dgm:cxn modelId="{AB2E2BA0-C832-48CC-9454-123EDA198000}" type="presParOf" srcId="{D452971A-F234-4A11-A1D6-885389020AA3}" destId="{45EBC505-F898-4B7B-8378-F6E1964F1411}" srcOrd="0" destOrd="0" presId="urn:microsoft.com/office/officeart/2005/8/layout/orgChart1"/>
    <dgm:cxn modelId="{AD845077-1238-45FB-BC38-3F239C4D7E23}" type="presParOf" srcId="{D452971A-F234-4A11-A1D6-885389020AA3}" destId="{612CE97B-0B07-479B-9978-6E89E57CE96B}" srcOrd="1" destOrd="0" presId="urn:microsoft.com/office/officeart/2005/8/layout/orgChart1"/>
    <dgm:cxn modelId="{6AD27016-3CC3-479F-873C-E8CA9172AAD2}" type="presParOf" srcId="{F8C38F6A-EC51-4B19-A75B-C49B68D0EC57}" destId="{33649BD8-220E-4342-937A-8593B79CFC37}" srcOrd="1" destOrd="0" presId="urn:microsoft.com/office/officeart/2005/8/layout/orgChart1"/>
    <dgm:cxn modelId="{0C3D2BE8-2CCC-403D-94C6-ACAC503D1450}" type="presParOf" srcId="{33649BD8-220E-4342-937A-8593B79CFC37}" destId="{6354B431-14D2-4CE2-9359-803F30A696A9}" srcOrd="0" destOrd="0" presId="urn:microsoft.com/office/officeart/2005/8/layout/orgChart1"/>
    <dgm:cxn modelId="{BA84394E-63CF-4C8F-94E2-8FC4106C4B93}" type="presParOf" srcId="{33649BD8-220E-4342-937A-8593B79CFC37}" destId="{F2C469C6-AF3B-4EC9-A78F-E68426013034}" srcOrd="1" destOrd="0" presId="urn:microsoft.com/office/officeart/2005/8/layout/orgChart1"/>
    <dgm:cxn modelId="{FA3F4D30-ECCD-44DE-BD07-62E36A89BE89}" type="presParOf" srcId="{F2C469C6-AF3B-4EC9-A78F-E68426013034}" destId="{E0AA97E9-9142-45AE-AD7F-6876CAFFC922}" srcOrd="0" destOrd="0" presId="urn:microsoft.com/office/officeart/2005/8/layout/orgChart1"/>
    <dgm:cxn modelId="{764F0884-313E-451A-9B28-6C62DC4C62E6}" type="presParOf" srcId="{E0AA97E9-9142-45AE-AD7F-6876CAFFC922}" destId="{E8FF426F-C1EE-4228-B8DE-99E71F9D4959}" srcOrd="0" destOrd="0" presId="urn:microsoft.com/office/officeart/2005/8/layout/orgChart1"/>
    <dgm:cxn modelId="{1FA923D9-885E-4D91-AECA-15F0B3B99820}" type="presParOf" srcId="{E0AA97E9-9142-45AE-AD7F-6876CAFFC922}" destId="{91B3424D-5F9C-4F1A-8C7B-7FF5749A2BC5}" srcOrd="1" destOrd="0" presId="urn:microsoft.com/office/officeart/2005/8/layout/orgChart1"/>
    <dgm:cxn modelId="{FFA056E8-DDE5-429B-A519-072701BAC33F}" type="presParOf" srcId="{F2C469C6-AF3B-4EC9-A78F-E68426013034}" destId="{81573BDB-AADA-4B70-B450-8BE46A2B0247}" srcOrd="1" destOrd="0" presId="urn:microsoft.com/office/officeart/2005/8/layout/orgChart1"/>
    <dgm:cxn modelId="{7F3E5A6B-3AA9-47E7-9942-5688DBCED07E}" type="presParOf" srcId="{F2C469C6-AF3B-4EC9-A78F-E68426013034}" destId="{340F6C6F-9CC2-4848-85F1-AF5C35655E59}" srcOrd="2" destOrd="0" presId="urn:microsoft.com/office/officeart/2005/8/layout/orgChart1"/>
    <dgm:cxn modelId="{C288CEE2-2635-48F7-B3A2-BAE598090B9C}" type="presParOf" srcId="{33649BD8-220E-4342-937A-8593B79CFC37}" destId="{0743AAEC-FB0A-48F5-AC4B-6719295A8199}" srcOrd="2" destOrd="0" presId="urn:microsoft.com/office/officeart/2005/8/layout/orgChart1"/>
    <dgm:cxn modelId="{90A056AE-04FF-41BA-8332-6368FE7511DA}" type="presParOf" srcId="{33649BD8-220E-4342-937A-8593B79CFC37}" destId="{45A5D37F-411B-4ABA-9F83-0B4A0A1C878E}" srcOrd="3" destOrd="0" presId="urn:microsoft.com/office/officeart/2005/8/layout/orgChart1"/>
    <dgm:cxn modelId="{C100723E-148F-42C6-B72D-59855CD9DE46}" type="presParOf" srcId="{45A5D37F-411B-4ABA-9F83-0B4A0A1C878E}" destId="{F7DE7E93-3593-4695-977E-0D81EBCEDB30}" srcOrd="0" destOrd="0" presId="urn:microsoft.com/office/officeart/2005/8/layout/orgChart1"/>
    <dgm:cxn modelId="{721C7086-3DF5-4956-85FC-C01700BC9C08}" type="presParOf" srcId="{F7DE7E93-3593-4695-977E-0D81EBCEDB30}" destId="{069696F0-BF86-470A-B214-4F47DB1CAB6E}" srcOrd="0" destOrd="0" presId="urn:microsoft.com/office/officeart/2005/8/layout/orgChart1"/>
    <dgm:cxn modelId="{C6E0B43B-8E1B-4E51-887F-CD9F1B30CFB3}" type="presParOf" srcId="{F7DE7E93-3593-4695-977E-0D81EBCEDB30}" destId="{2B58B02C-B439-46C2-89A7-BA30AE98FBDA}" srcOrd="1" destOrd="0" presId="urn:microsoft.com/office/officeart/2005/8/layout/orgChart1"/>
    <dgm:cxn modelId="{C90CA449-784C-4728-B7C1-A5517B0B87DB}" type="presParOf" srcId="{45A5D37F-411B-4ABA-9F83-0B4A0A1C878E}" destId="{633FF16E-6A2B-47FA-A74A-DD9924C9646B}" srcOrd="1" destOrd="0" presId="urn:microsoft.com/office/officeart/2005/8/layout/orgChart1"/>
    <dgm:cxn modelId="{67463AC4-1D8F-4F5B-B2C2-C0C495E5580F}" type="presParOf" srcId="{45A5D37F-411B-4ABA-9F83-0B4A0A1C878E}" destId="{52813DF6-5736-4CEA-80AC-BBF0E9D3ED8A}" srcOrd="2" destOrd="0" presId="urn:microsoft.com/office/officeart/2005/8/layout/orgChart1"/>
    <dgm:cxn modelId="{DEFDECA1-8FB2-403A-BB07-4B3D8FAC984A}" type="presParOf" srcId="{33649BD8-220E-4342-937A-8593B79CFC37}" destId="{A9060E69-1D90-400E-B965-21C33692DB1B}" srcOrd="4" destOrd="0" presId="urn:microsoft.com/office/officeart/2005/8/layout/orgChart1"/>
    <dgm:cxn modelId="{E819F349-0B3D-4118-BA3D-0B173D1B5641}" type="presParOf" srcId="{33649BD8-220E-4342-937A-8593B79CFC37}" destId="{CEADA890-F694-43F8-976E-A344384437EE}" srcOrd="5" destOrd="0" presId="urn:microsoft.com/office/officeart/2005/8/layout/orgChart1"/>
    <dgm:cxn modelId="{F9A07A52-40A5-45D2-8653-DDB4E0A4FCB9}" type="presParOf" srcId="{CEADA890-F694-43F8-976E-A344384437EE}" destId="{E2016B14-87C6-41B1-AF72-A7F31B94CA88}" srcOrd="0" destOrd="0" presId="urn:microsoft.com/office/officeart/2005/8/layout/orgChart1"/>
    <dgm:cxn modelId="{4EF64DE6-C2F0-4316-A599-0C9B0D794F53}" type="presParOf" srcId="{E2016B14-87C6-41B1-AF72-A7F31B94CA88}" destId="{9C5C44D2-F9D0-44AB-977A-FA596609A0C7}" srcOrd="0" destOrd="0" presId="urn:microsoft.com/office/officeart/2005/8/layout/orgChart1"/>
    <dgm:cxn modelId="{9E8F97A9-27F4-44A0-AD8F-4DEEDC523DA8}" type="presParOf" srcId="{E2016B14-87C6-41B1-AF72-A7F31B94CA88}" destId="{3D2686D3-3A8E-4CC0-AAE4-EF9D88AC92AB}" srcOrd="1" destOrd="0" presId="urn:microsoft.com/office/officeart/2005/8/layout/orgChart1"/>
    <dgm:cxn modelId="{FDEA1A3C-8B61-4270-AF55-3103E0036581}" type="presParOf" srcId="{CEADA890-F694-43F8-976E-A344384437EE}" destId="{C36A997E-C730-468C-AB6E-09DB84518AE8}" srcOrd="1" destOrd="0" presId="urn:microsoft.com/office/officeart/2005/8/layout/orgChart1"/>
    <dgm:cxn modelId="{264CDD8B-C415-44BF-9205-CA44AAE5DFEF}" type="presParOf" srcId="{CEADA890-F694-43F8-976E-A344384437EE}" destId="{E08F7ACA-F7B8-4C1A-B4A4-804EFC61844C}" srcOrd="2" destOrd="0" presId="urn:microsoft.com/office/officeart/2005/8/layout/orgChart1"/>
    <dgm:cxn modelId="{26FE1858-23DF-4205-B65E-B80A3317EA17}" type="presParOf" srcId="{33649BD8-220E-4342-937A-8593B79CFC37}" destId="{BD272261-4942-448D-BD86-6C0BB46D2C7B}" srcOrd="6" destOrd="0" presId="urn:microsoft.com/office/officeart/2005/8/layout/orgChart1"/>
    <dgm:cxn modelId="{0347C575-65BF-4560-9458-47473D068656}" type="presParOf" srcId="{33649BD8-220E-4342-937A-8593B79CFC37}" destId="{C7C6B4D6-0A92-4E8B-8258-F58DEC2817DD}" srcOrd="7" destOrd="0" presId="urn:microsoft.com/office/officeart/2005/8/layout/orgChart1"/>
    <dgm:cxn modelId="{B545D1D6-61A7-483B-B78B-913252C131CC}" type="presParOf" srcId="{C7C6B4D6-0A92-4E8B-8258-F58DEC2817DD}" destId="{530F11A0-D55B-40FB-BB15-6A43D165C918}" srcOrd="0" destOrd="0" presId="urn:microsoft.com/office/officeart/2005/8/layout/orgChart1"/>
    <dgm:cxn modelId="{693A80DD-7ED9-4718-8FC2-D849AF825410}" type="presParOf" srcId="{530F11A0-D55B-40FB-BB15-6A43D165C918}" destId="{BDD54F4F-8740-4C74-ABE2-8345C227207F}" srcOrd="0" destOrd="0" presId="urn:microsoft.com/office/officeart/2005/8/layout/orgChart1"/>
    <dgm:cxn modelId="{33E28638-61C7-4B2D-BF88-2A8A7BF5A73C}" type="presParOf" srcId="{530F11A0-D55B-40FB-BB15-6A43D165C918}" destId="{0910EA25-BA18-40C6-B9D5-5BF0CD7ED8CD}" srcOrd="1" destOrd="0" presId="urn:microsoft.com/office/officeart/2005/8/layout/orgChart1"/>
    <dgm:cxn modelId="{2C10A1C7-2F55-439B-8A84-34382335563C}" type="presParOf" srcId="{C7C6B4D6-0A92-4E8B-8258-F58DEC2817DD}" destId="{23F52F72-4B56-4A07-A652-E17C55C030E0}" srcOrd="1" destOrd="0" presId="urn:microsoft.com/office/officeart/2005/8/layout/orgChart1"/>
    <dgm:cxn modelId="{1D2A7B8D-62F2-4603-A47A-12E9EE383AC2}" type="presParOf" srcId="{C7C6B4D6-0A92-4E8B-8258-F58DEC2817DD}" destId="{ED95261F-2B71-438D-8588-97F35370A621}" srcOrd="2" destOrd="0" presId="urn:microsoft.com/office/officeart/2005/8/layout/orgChart1"/>
    <dgm:cxn modelId="{7C9218ED-22DA-4506-84C2-325AA7CC2851}" type="presParOf" srcId="{F8C38F6A-EC51-4B19-A75B-C49B68D0EC57}" destId="{E7503228-BB8C-4BCE-9D26-50436CDF485F}" srcOrd="2" destOrd="0" presId="urn:microsoft.com/office/officeart/2005/8/layout/orgChart1"/>
    <dgm:cxn modelId="{E502180B-E9BE-4E21-8E7E-C6A89AFA2AEE}" type="presParOf" srcId="{F1B7F59B-4DEA-4F0E-8EE4-8289D0977CB4}" destId="{68470E5D-E5A4-4D2A-9629-EEE4622BAF42}" srcOrd="4" destOrd="0" presId="urn:microsoft.com/office/officeart/2005/8/layout/orgChart1"/>
    <dgm:cxn modelId="{8B31FB8D-18D9-4B64-BCA4-ACD312DA82D1}" type="presParOf" srcId="{F1B7F59B-4DEA-4F0E-8EE4-8289D0977CB4}" destId="{5B775915-F77B-4B84-9EF1-DD6494D5B8F5}" srcOrd="5" destOrd="0" presId="urn:microsoft.com/office/officeart/2005/8/layout/orgChart1"/>
    <dgm:cxn modelId="{EF935B3E-0F9E-4488-9FDD-AC9424F63C30}" type="presParOf" srcId="{5B775915-F77B-4B84-9EF1-DD6494D5B8F5}" destId="{21E80283-193A-419F-99C2-0C2A4A8695FE}" srcOrd="0" destOrd="0" presId="urn:microsoft.com/office/officeart/2005/8/layout/orgChart1"/>
    <dgm:cxn modelId="{6934D49C-2257-4C95-9BB6-6147E3F76708}" type="presParOf" srcId="{21E80283-193A-419F-99C2-0C2A4A8695FE}" destId="{CC1D5A5D-31E4-46DF-A9A5-768A3B9DCD54}" srcOrd="0" destOrd="0" presId="urn:microsoft.com/office/officeart/2005/8/layout/orgChart1"/>
    <dgm:cxn modelId="{2A60E337-ACEE-4F2E-80F4-D6A9762970DF}" type="presParOf" srcId="{21E80283-193A-419F-99C2-0C2A4A8695FE}" destId="{4AAFD927-9146-4B52-8487-98B635894628}" srcOrd="1" destOrd="0" presId="urn:microsoft.com/office/officeart/2005/8/layout/orgChart1"/>
    <dgm:cxn modelId="{D0B07F5A-6F16-4272-BD90-CB24A521FE26}" type="presParOf" srcId="{5B775915-F77B-4B84-9EF1-DD6494D5B8F5}" destId="{5ACBF269-CBA9-4C61-857C-1DEFB80BD618}" srcOrd="1" destOrd="0" presId="urn:microsoft.com/office/officeart/2005/8/layout/orgChart1"/>
    <dgm:cxn modelId="{F1E58AF3-18F3-46B3-8E57-EF3AC7F6AA86}" type="presParOf" srcId="{5ACBF269-CBA9-4C61-857C-1DEFB80BD618}" destId="{20556585-D834-4F0E-AED9-65F3185E714B}" srcOrd="0" destOrd="0" presId="urn:microsoft.com/office/officeart/2005/8/layout/orgChart1"/>
    <dgm:cxn modelId="{778E4D57-A1B3-4D42-A550-B655F1D015CB}" type="presParOf" srcId="{5ACBF269-CBA9-4C61-857C-1DEFB80BD618}" destId="{78B0E920-5161-4A74-BC79-7AB26C4C92A6}" srcOrd="1" destOrd="0" presId="urn:microsoft.com/office/officeart/2005/8/layout/orgChart1"/>
    <dgm:cxn modelId="{12415E85-8314-4EB4-AC5F-3F518007CFBB}" type="presParOf" srcId="{78B0E920-5161-4A74-BC79-7AB26C4C92A6}" destId="{224778F5-C866-427B-8354-48DCD239C680}" srcOrd="0" destOrd="0" presId="urn:microsoft.com/office/officeart/2005/8/layout/orgChart1"/>
    <dgm:cxn modelId="{3624F242-670E-453B-86F7-53E4B0B9BB8E}" type="presParOf" srcId="{224778F5-C866-427B-8354-48DCD239C680}" destId="{5E6A699D-B233-4872-AE00-B7E418E3053A}" srcOrd="0" destOrd="0" presId="urn:microsoft.com/office/officeart/2005/8/layout/orgChart1"/>
    <dgm:cxn modelId="{5B1518C9-896E-40D1-9254-E710BF8D482C}" type="presParOf" srcId="{224778F5-C866-427B-8354-48DCD239C680}" destId="{781237D7-D1CE-407F-980D-FDA4429BF86C}" srcOrd="1" destOrd="0" presId="urn:microsoft.com/office/officeart/2005/8/layout/orgChart1"/>
    <dgm:cxn modelId="{EA67AAB0-7491-4099-80B2-EEFA2E7A19A4}" type="presParOf" srcId="{78B0E920-5161-4A74-BC79-7AB26C4C92A6}" destId="{895229E3-8818-4326-BA64-B5E71FE340F3}" srcOrd="1" destOrd="0" presId="urn:microsoft.com/office/officeart/2005/8/layout/orgChart1"/>
    <dgm:cxn modelId="{F997D9F8-5F9D-40B2-AD04-7435BFD6CA67}" type="presParOf" srcId="{78B0E920-5161-4A74-BC79-7AB26C4C92A6}" destId="{C15930FA-469D-40F7-9398-9FCA61C959EF}" srcOrd="2" destOrd="0" presId="urn:microsoft.com/office/officeart/2005/8/layout/orgChart1"/>
    <dgm:cxn modelId="{945659B9-20A0-4D67-9E4B-71E31012AA13}" type="presParOf" srcId="{5ACBF269-CBA9-4C61-857C-1DEFB80BD618}" destId="{DDF4DDB9-53A0-4288-BC7A-CF623321D253}" srcOrd="2" destOrd="0" presId="urn:microsoft.com/office/officeart/2005/8/layout/orgChart1"/>
    <dgm:cxn modelId="{0F0CBDF7-93B6-4A8E-A1A9-F299A5358842}" type="presParOf" srcId="{5ACBF269-CBA9-4C61-857C-1DEFB80BD618}" destId="{43109B3B-F1B3-4914-8024-EE4E0F6638B4}" srcOrd="3" destOrd="0" presId="urn:microsoft.com/office/officeart/2005/8/layout/orgChart1"/>
    <dgm:cxn modelId="{74EFF6B6-E2DF-495D-8B19-D2875815FB9D}" type="presParOf" srcId="{43109B3B-F1B3-4914-8024-EE4E0F6638B4}" destId="{BD7A8CB8-698E-4CC2-AEC5-2C3AB32F5878}" srcOrd="0" destOrd="0" presId="urn:microsoft.com/office/officeart/2005/8/layout/orgChart1"/>
    <dgm:cxn modelId="{66C205BD-000B-4A4E-AC3F-25C01648A483}" type="presParOf" srcId="{BD7A8CB8-698E-4CC2-AEC5-2C3AB32F5878}" destId="{26052BC7-8B7F-4793-A243-301E19CE71C6}" srcOrd="0" destOrd="0" presId="urn:microsoft.com/office/officeart/2005/8/layout/orgChart1"/>
    <dgm:cxn modelId="{FB5FD761-F55D-4566-BDC6-4CB96B51D158}" type="presParOf" srcId="{BD7A8CB8-698E-4CC2-AEC5-2C3AB32F5878}" destId="{35AEDE61-E988-41B5-A96A-FE812286433A}" srcOrd="1" destOrd="0" presId="urn:microsoft.com/office/officeart/2005/8/layout/orgChart1"/>
    <dgm:cxn modelId="{96CDD506-8169-4F40-8323-44907EE0E6DB}" type="presParOf" srcId="{43109B3B-F1B3-4914-8024-EE4E0F6638B4}" destId="{A3C2701B-1CF9-4E9A-B94C-28616D2DD050}" srcOrd="1" destOrd="0" presId="urn:microsoft.com/office/officeart/2005/8/layout/orgChart1"/>
    <dgm:cxn modelId="{1621A373-E415-464C-BF5A-121ED04440FC}" type="presParOf" srcId="{43109B3B-F1B3-4914-8024-EE4E0F6638B4}" destId="{E3D9B1F5-D2AD-4B32-A50C-2123CBBCDC2D}" srcOrd="2" destOrd="0" presId="urn:microsoft.com/office/officeart/2005/8/layout/orgChart1"/>
    <dgm:cxn modelId="{C6686189-5FC5-4D24-8792-5CB77550FEB4}" type="presParOf" srcId="{5ACBF269-CBA9-4C61-857C-1DEFB80BD618}" destId="{C1E7AE0B-69ED-45C3-B8FF-5D9CD9702B19}" srcOrd="4" destOrd="0" presId="urn:microsoft.com/office/officeart/2005/8/layout/orgChart1"/>
    <dgm:cxn modelId="{09E36D2E-FBBC-4AAA-B13B-65488AA3FAE1}" type="presParOf" srcId="{5ACBF269-CBA9-4C61-857C-1DEFB80BD618}" destId="{5DC4DA85-BA55-455B-B5D1-35F4C86AE7F2}" srcOrd="5" destOrd="0" presId="urn:microsoft.com/office/officeart/2005/8/layout/orgChart1"/>
    <dgm:cxn modelId="{D812EBE9-535C-4A33-8F63-54B4F7107DFC}" type="presParOf" srcId="{5DC4DA85-BA55-455B-B5D1-35F4C86AE7F2}" destId="{3CED3188-41AE-4420-8B83-2E2519852F23}" srcOrd="0" destOrd="0" presId="urn:microsoft.com/office/officeart/2005/8/layout/orgChart1"/>
    <dgm:cxn modelId="{56ED661C-FFD0-4899-9EC5-E2418E17F6D3}" type="presParOf" srcId="{3CED3188-41AE-4420-8B83-2E2519852F23}" destId="{F1B35417-3B3D-4F9A-BDDC-EEC634964B0D}" srcOrd="0" destOrd="0" presId="urn:microsoft.com/office/officeart/2005/8/layout/orgChart1"/>
    <dgm:cxn modelId="{3A24F132-BB83-48C2-B90C-1C7E89A0BB23}" type="presParOf" srcId="{3CED3188-41AE-4420-8B83-2E2519852F23}" destId="{16F1F87A-3211-479E-8DBA-9E30737B774E}" srcOrd="1" destOrd="0" presId="urn:microsoft.com/office/officeart/2005/8/layout/orgChart1"/>
    <dgm:cxn modelId="{77DCE2BA-FCDA-4225-A725-F561FCEFF149}" type="presParOf" srcId="{5DC4DA85-BA55-455B-B5D1-35F4C86AE7F2}" destId="{963B4DA6-D82E-4BAB-99A1-DDD82468938B}" srcOrd="1" destOrd="0" presId="urn:microsoft.com/office/officeart/2005/8/layout/orgChart1"/>
    <dgm:cxn modelId="{2489FCBE-BDAA-4683-A550-6A3C922ED9AF}" type="presParOf" srcId="{5DC4DA85-BA55-455B-B5D1-35F4C86AE7F2}" destId="{5228E105-98CF-4874-834B-8554EF22FB43}" srcOrd="2" destOrd="0" presId="urn:microsoft.com/office/officeart/2005/8/layout/orgChart1"/>
    <dgm:cxn modelId="{8303FA28-A0C0-4FAF-B3EE-305AE130AA3D}" type="presParOf" srcId="{5B775915-F77B-4B84-9EF1-DD6494D5B8F5}" destId="{0F0624B4-090E-457C-A87E-D26E61CCFFC0}" srcOrd="2" destOrd="0" presId="urn:microsoft.com/office/officeart/2005/8/layout/orgChart1"/>
    <dgm:cxn modelId="{76E4A94A-230F-4F89-BEF7-3A5499988EE7}" type="presParOf" srcId="{F1B7F59B-4DEA-4F0E-8EE4-8289D0977CB4}" destId="{D4216EEC-FECF-4D0D-A9BA-1789EAA28579}" srcOrd="6" destOrd="0" presId="urn:microsoft.com/office/officeart/2005/8/layout/orgChart1"/>
    <dgm:cxn modelId="{B16CB44C-2937-4E9F-817F-24B178575A7A}" type="presParOf" srcId="{F1B7F59B-4DEA-4F0E-8EE4-8289D0977CB4}" destId="{3C8C5FD2-4D67-4217-8E8A-1C4ADBA93F6F}" srcOrd="7" destOrd="0" presId="urn:microsoft.com/office/officeart/2005/8/layout/orgChart1"/>
    <dgm:cxn modelId="{793DB31C-A56E-45E7-94B1-E9F723D20238}" type="presParOf" srcId="{3C8C5FD2-4D67-4217-8E8A-1C4ADBA93F6F}" destId="{CCE534C5-B646-452C-ADE6-69B86A084636}" srcOrd="0" destOrd="0" presId="urn:microsoft.com/office/officeart/2005/8/layout/orgChart1"/>
    <dgm:cxn modelId="{C31B8A72-AFF1-4011-AACF-7152E26DF20B}" type="presParOf" srcId="{CCE534C5-B646-452C-ADE6-69B86A084636}" destId="{ED231098-89CF-4766-9471-2384EC99C598}" srcOrd="0" destOrd="0" presId="urn:microsoft.com/office/officeart/2005/8/layout/orgChart1"/>
    <dgm:cxn modelId="{CB90A241-5A71-4931-991C-E6AD1C9E3ECD}" type="presParOf" srcId="{CCE534C5-B646-452C-ADE6-69B86A084636}" destId="{AB29452F-1846-4DE2-B08A-7C57E0F9487A}" srcOrd="1" destOrd="0" presId="urn:microsoft.com/office/officeart/2005/8/layout/orgChart1"/>
    <dgm:cxn modelId="{4D017A70-BBFB-49A7-A553-CD80904D8016}" type="presParOf" srcId="{3C8C5FD2-4D67-4217-8E8A-1C4ADBA93F6F}" destId="{AFBF3D64-12D3-4B00-AF9F-B6DEEA2418F9}" srcOrd="1" destOrd="0" presId="urn:microsoft.com/office/officeart/2005/8/layout/orgChart1"/>
    <dgm:cxn modelId="{A9DECFEB-36A2-44DB-8790-8A49D3FB4807}" type="presParOf" srcId="{AFBF3D64-12D3-4B00-AF9F-B6DEEA2418F9}" destId="{6A7BCE8E-EEAF-42FD-92F3-C88665700959}" srcOrd="0" destOrd="0" presId="urn:microsoft.com/office/officeart/2005/8/layout/orgChart1"/>
    <dgm:cxn modelId="{78AFF54C-028C-45AC-ADAC-118A8E732172}" type="presParOf" srcId="{AFBF3D64-12D3-4B00-AF9F-B6DEEA2418F9}" destId="{FFAB9638-6F05-46D5-8EC5-73DB30F34996}" srcOrd="1" destOrd="0" presId="urn:microsoft.com/office/officeart/2005/8/layout/orgChart1"/>
    <dgm:cxn modelId="{204B8A0E-CBEA-4298-BD8E-EC07EC63EAB5}" type="presParOf" srcId="{FFAB9638-6F05-46D5-8EC5-73DB30F34996}" destId="{EF478EB2-3641-4F74-8940-80F6D968AACB}" srcOrd="0" destOrd="0" presId="urn:microsoft.com/office/officeart/2005/8/layout/orgChart1"/>
    <dgm:cxn modelId="{0839194D-AC95-483F-A5A5-AABFB1A81157}" type="presParOf" srcId="{EF478EB2-3641-4F74-8940-80F6D968AACB}" destId="{AF45195D-19FE-4D06-A802-36969F6987F6}" srcOrd="0" destOrd="0" presId="urn:microsoft.com/office/officeart/2005/8/layout/orgChart1"/>
    <dgm:cxn modelId="{D4AAD789-C6C9-4D18-A857-2F41570CC37B}" type="presParOf" srcId="{EF478EB2-3641-4F74-8940-80F6D968AACB}" destId="{CBD21B2F-96F1-406D-8F34-ACAC24B8102A}" srcOrd="1" destOrd="0" presId="urn:microsoft.com/office/officeart/2005/8/layout/orgChart1"/>
    <dgm:cxn modelId="{05C1C72E-E4A8-4A31-8D34-E0E50D6DFE7E}" type="presParOf" srcId="{FFAB9638-6F05-46D5-8EC5-73DB30F34996}" destId="{F7633D2A-CD1E-4E9A-9580-E5969A4D02B7}" srcOrd="1" destOrd="0" presId="urn:microsoft.com/office/officeart/2005/8/layout/orgChart1"/>
    <dgm:cxn modelId="{46D76F44-6460-4835-A236-F672F7A05C46}" type="presParOf" srcId="{FFAB9638-6F05-46D5-8EC5-73DB30F34996}" destId="{716FD493-F3BA-47A8-8865-912D855D4434}" srcOrd="2" destOrd="0" presId="urn:microsoft.com/office/officeart/2005/8/layout/orgChart1"/>
    <dgm:cxn modelId="{6DF9BC9A-851B-4C52-9854-5A1457EC0181}" type="presParOf" srcId="{AFBF3D64-12D3-4B00-AF9F-B6DEEA2418F9}" destId="{5B58B340-4CD1-42A5-80F2-402594D02EA2}" srcOrd="2" destOrd="0" presId="urn:microsoft.com/office/officeart/2005/8/layout/orgChart1"/>
    <dgm:cxn modelId="{8F30F055-3023-462E-9932-0BD3FFE48F60}" type="presParOf" srcId="{AFBF3D64-12D3-4B00-AF9F-B6DEEA2418F9}" destId="{8044E800-3324-44B3-88F1-AC348C0D26A3}" srcOrd="3" destOrd="0" presId="urn:microsoft.com/office/officeart/2005/8/layout/orgChart1"/>
    <dgm:cxn modelId="{21B76545-22D9-4867-91E2-9C58FAB767FF}" type="presParOf" srcId="{8044E800-3324-44B3-88F1-AC348C0D26A3}" destId="{665BBDDC-82CB-4350-AF5A-64E2AE4803F6}" srcOrd="0" destOrd="0" presId="urn:microsoft.com/office/officeart/2005/8/layout/orgChart1"/>
    <dgm:cxn modelId="{A8195EDF-8F93-41E1-AE09-A84D270756E3}" type="presParOf" srcId="{665BBDDC-82CB-4350-AF5A-64E2AE4803F6}" destId="{523FF8F9-F3AD-4E5A-818C-EFF8E6BA628D}" srcOrd="0" destOrd="0" presId="urn:microsoft.com/office/officeart/2005/8/layout/orgChart1"/>
    <dgm:cxn modelId="{769D845C-62CC-4AA7-8081-D554D9071005}" type="presParOf" srcId="{665BBDDC-82CB-4350-AF5A-64E2AE4803F6}" destId="{749191A2-2EFF-402C-A500-846469EF69B4}" srcOrd="1" destOrd="0" presId="urn:microsoft.com/office/officeart/2005/8/layout/orgChart1"/>
    <dgm:cxn modelId="{670E81E9-200F-477D-87D5-17E865A7B6CE}" type="presParOf" srcId="{8044E800-3324-44B3-88F1-AC348C0D26A3}" destId="{2764FC66-DBF2-42CE-B9A0-F714E820EED5}" srcOrd="1" destOrd="0" presId="urn:microsoft.com/office/officeart/2005/8/layout/orgChart1"/>
    <dgm:cxn modelId="{1CF92CD0-1D25-4B08-BA7D-B4078970575A}" type="presParOf" srcId="{8044E800-3324-44B3-88F1-AC348C0D26A3}" destId="{DAAABC43-61DD-4030-9916-EDD0BBA6C315}" srcOrd="2" destOrd="0" presId="urn:microsoft.com/office/officeart/2005/8/layout/orgChart1"/>
    <dgm:cxn modelId="{4190AD02-08C6-4801-910C-9DCC0C5F7A6F}" type="presParOf" srcId="{3C8C5FD2-4D67-4217-8E8A-1C4ADBA93F6F}" destId="{7A11004D-7C35-4787-8A38-E1BFB9EA3F1A}" srcOrd="2" destOrd="0" presId="urn:microsoft.com/office/officeart/2005/8/layout/orgChart1"/>
    <dgm:cxn modelId="{F5A868CA-93AA-4027-8B9B-5F6173389A21}" type="presParOf" srcId="{9649CD0B-3B5D-46A7-A4D2-F6D606C88FFC}" destId="{A6D533CF-E84D-49C3-B684-EB0D43A2E20A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B871A-F766-466D-9592-50E424702462}">
      <dsp:nvSpPr>
        <dsp:cNvPr id="0" name=""/>
        <dsp:cNvSpPr/>
      </dsp:nvSpPr>
      <dsp:spPr>
        <a:xfrm>
          <a:off x="835330" y="2525195"/>
          <a:ext cx="91440" cy="368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827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B2B8B-1B55-4613-AA8B-0196C26A6DB2}">
      <dsp:nvSpPr>
        <dsp:cNvPr id="0" name=""/>
        <dsp:cNvSpPr/>
      </dsp:nvSpPr>
      <dsp:spPr>
        <a:xfrm>
          <a:off x="4204" y="1648350"/>
          <a:ext cx="1753691" cy="876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4700" kern="1200" dirty="0"/>
        </a:p>
      </dsp:txBody>
      <dsp:txXfrm>
        <a:off x="4204" y="1648350"/>
        <a:ext cx="1753691" cy="876845"/>
      </dsp:txXfrm>
    </dsp:sp>
    <dsp:sp modelId="{6564BF7F-3F4C-43E1-9AD5-9C468484D264}">
      <dsp:nvSpPr>
        <dsp:cNvPr id="0" name=""/>
        <dsp:cNvSpPr/>
      </dsp:nvSpPr>
      <dsp:spPr>
        <a:xfrm>
          <a:off x="4204" y="2893471"/>
          <a:ext cx="1753691" cy="876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5700" kern="1200" dirty="0" err="1"/>
            <a:t>dsd</a:t>
          </a:r>
          <a:endParaRPr lang="es-CL" sz="5700" kern="1200" dirty="0"/>
        </a:p>
      </dsp:txBody>
      <dsp:txXfrm>
        <a:off x="4204" y="2893471"/>
        <a:ext cx="1753691" cy="876845"/>
      </dsp:txXfrm>
    </dsp:sp>
    <dsp:sp modelId="{4B7860BC-D9FF-4A5B-95E9-4CC9F82E705B}">
      <dsp:nvSpPr>
        <dsp:cNvPr id="0" name=""/>
        <dsp:cNvSpPr/>
      </dsp:nvSpPr>
      <dsp:spPr>
        <a:xfrm>
          <a:off x="2126170" y="1648350"/>
          <a:ext cx="1753691" cy="876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5700" kern="1200" dirty="0" err="1"/>
            <a:t>sdsd</a:t>
          </a:r>
          <a:endParaRPr lang="es-CL" sz="5700" kern="1200" dirty="0"/>
        </a:p>
      </dsp:txBody>
      <dsp:txXfrm>
        <a:off x="2126170" y="1648350"/>
        <a:ext cx="1753691" cy="876845"/>
      </dsp:txXfrm>
    </dsp:sp>
    <dsp:sp modelId="{2BBF5208-4E15-4269-88C2-AFB8761DA58D}">
      <dsp:nvSpPr>
        <dsp:cNvPr id="0" name=""/>
        <dsp:cNvSpPr/>
      </dsp:nvSpPr>
      <dsp:spPr>
        <a:xfrm>
          <a:off x="4248137" y="1648350"/>
          <a:ext cx="1753691" cy="876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4700" kern="1200" dirty="0"/>
        </a:p>
      </dsp:txBody>
      <dsp:txXfrm>
        <a:off x="4248137" y="1648350"/>
        <a:ext cx="1753691" cy="876845"/>
      </dsp:txXfrm>
    </dsp:sp>
    <dsp:sp modelId="{9D00EE79-50C3-44DB-8F79-C34B7F05652D}">
      <dsp:nvSpPr>
        <dsp:cNvPr id="0" name=""/>
        <dsp:cNvSpPr/>
      </dsp:nvSpPr>
      <dsp:spPr>
        <a:xfrm>
          <a:off x="6370104" y="1648350"/>
          <a:ext cx="1753691" cy="876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4700" kern="1200"/>
        </a:p>
      </dsp:txBody>
      <dsp:txXfrm>
        <a:off x="6370104" y="1648350"/>
        <a:ext cx="1753691" cy="8768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BEFAF-0990-4A61-B0F9-25899F17AF44}">
      <dsp:nvSpPr>
        <dsp:cNvPr id="0" name=""/>
        <dsp:cNvSpPr/>
      </dsp:nvSpPr>
      <dsp:spPr>
        <a:xfrm>
          <a:off x="6422" y="89140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Ingresa solicitud</a:t>
          </a:r>
        </a:p>
      </dsp:txBody>
      <dsp:txXfrm>
        <a:off x="40155" y="122873"/>
        <a:ext cx="1852067" cy="1084254"/>
      </dsp:txXfrm>
    </dsp:sp>
    <dsp:sp modelId="{8A93A3F2-B409-4365-AD92-B61942510CB8}">
      <dsp:nvSpPr>
        <dsp:cNvPr id="0" name=""/>
        <dsp:cNvSpPr/>
      </dsp:nvSpPr>
      <dsp:spPr>
        <a:xfrm>
          <a:off x="2094874" y="426978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>
        <a:off x="2094874" y="522187"/>
        <a:ext cx="284859" cy="285626"/>
      </dsp:txXfrm>
    </dsp:sp>
    <dsp:sp modelId="{6C5F9336-8467-475F-9562-834060A36F04}">
      <dsp:nvSpPr>
        <dsp:cNvPr id="0" name=""/>
        <dsp:cNvSpPr/>
      </dsp:nvSpPr>
      <dsp:spPr>
        <a:xfrm>
          <a:off x="2693769" y="89140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Se designa profesional para elaboración del informe</a:t>
          </a:r>
        </a:p>
      </dsp:txBody>
      <dsp:txXfrm>
        <a:off x="2727502" y="122873"/>
        <a:ext cx="1852067" cy="1084254"/>
      </dsp:txXfrm>
    </dsp:sp>
    <dsp:sp modelId="{ECD0DA4A-878C-40B0-BF9E-D48E18CF1791}">
      <dsp:nvSpPr>
        <dsp:cNvPr id="0" name=""/>
        <dsp:cNvSpPr/>
      </dsp:nvSpPr>
      <dsp:spPr>
        <a:xfrm>
          <a:off x="4782221" y="426978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>
        <a:off x="4782221" y="522187"/>
        <a:ext cx="284859" cy="285626"/>
      </dsp:txXfrm>
    </dsp:sp>
    <dsp:sp modelId="{1179B427-620D-420F-A449-93B141238A51}">
      <dsp:nvSpPr>
        <dsp:cNvPr id="0" name=""/>
        <dsp:cNvSpPr/>
      </dsp:nvSpPr>
      <dsp:spPr>
        <a:xfrm>
          <a:off x="5381116" y="89140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Se realiza la visita y la producción del informe</a:t>
          </a:r>
          <a:endParaRPr lang="es-CL" sz="1400" kern="1200" dirty="0"/>
        </a:p>
      </dsp:txBody>
      <dsp:txXfrm>
        <a:off x="5414849" y="122873"/>
        <a:ext cx="1852067" cy="1084254"/>
      </dsp:txXfrm>
    </dsp:sp>
    <dsp:sp modelId="{749A5D80-2326-4BDA-A6EF-64B70871BE35}">
      <dsp:nvSpPr>
        <dsp:cNvPr id="0" name=""/>
        <dsp:cNvSpPr/>
      </dsp:nvSpPr>
      <dsp:spPr>
        <a:xfrm rot="5400000">
          <a:off x="6137412" y="1375228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 rot="-5400000">
        <a:off x="6198070" y="1409779"/>
        <a:ext cx="285626" cy="284859"/>
      </dsp:txXfrm>
    </dsp:sp>
    <dsp:sp modelId="{312E8DD7-94F6-4E40-8656-24F1D65B76CA}">
      <dsp:nvSpPr>
        <dsp:cNvPr id="0" name=""/>
        <dsp:cNvSpPr/>
      </dsp:nvSpPr>
      <dsp:spPr>
        <a:xfrm>
          <a:off x="5381116" y="2008674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Encargado(a) de Prevención Comunitaria y Programas </a:t>
          </a:r>
          <a:r>
            <a:rPr lang="es-CL" sz="1400" kern="1200" dirty="0"/>
            <a:t>revisa informe</a:t>
          </a:r>
        </a:p>
      </dsp:txBody>
      <dsp:txXfrm>
        <a:off x="5414849" y="2042407"/>
        <a:ext cx="1852067" cy="1084254"/>
      </dsp:txXfrm>
    </dsp:sp>
    <dsp:sp modelId="{21153FEA-707D-4C38-BA40-F4D6557B2EEA}">
      <dsp:nvSpPr>
        <dsp:cNvPr id="0" name=""/>
        <dsp:cNvSpPr/>
      </dsp:nvSpPr>
      <dsp:spPr>
        <a:xfrm rot="10800000">
          <a:off x="4805256" y="2346512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 rot="10800000">
        <a:off x="4927338" y="2441721"/>
        <a:ext cx="284859" cy="285626"/>
      </dsp:txXfrm>
    </dsp:sp>
    <dsp:sp modelId="{779E64B7-B0F1-4289-89C1-D1E52ACF124D}">
      <dsp:nvSpPr>
        <dsp:cNvPr id="0" name=""/>
        <dsp:cNvSpPr/>
      </dsp:nvSpPr>
      <dsp:spPr>
        <a:xfrm>
          <a:off x="2693769" y="2008674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Envío informe a </a:t>
          </a:r>
          <a:r>
            <a:rPr lang="es-CL" sz="1400" b="1" kern="1200" dirty="0"/>
            <a:t>Encargado(a) Prevención y Programas</a:t>
          </a:r>
        </a:p>
      </dsp:txBody>
      <dsp:txXfrm>
        <a:off x="2727502" y="2042407"/>
        <a:ext cx="1852067" cy="1084254"/>
      </dsp:txXfrm>
    </dsp:sp>
    <dsp:sp modelId="{5FEF5B34-9241-448B-9E01-24572F60CC3A}">
      <dsp:nvSpPr>
        <dsp:cNvPr id="0" name=""/>
        <dsp:cNvSpPr/>
      </dsp:nvSpPr>
      <dsp:spPr>
        <a:xfrm rot="10800000">
          <a:off x="2117909" y="2346512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 rot="10800000">
        <a:off x="2239991" y="2441721"/>
        <a:ext cx="284859" cy="285626"/>
      </dsp:txXfrm>
    </dsp:sp>
    <dsp:sp modelId="{29EE7FFE-FFC2-4A3E-99F4-80D8FDADC0A1}">
      <dsp:nvSpPr>
        <dsp:cNvPr id="0" name=""/>
        <dsp:cNvSpPr/>
      </dsp:nvSpPr>
      <dsp:spPr>
        <a:xfrm>
          <a:off x="6422" y="2008674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Validación final del/la Director(a)</a:t>
          </a:r>
        </a:p>
      </dsp:txBody>
      <dsp:txXfrm>
        <a:off x="40155" y="2042407"/>
        <a:ext cx="1852067" cy="1084254"/>
      </dsp:txXfrm>
    </dsp:sp>
    <dsp:sp modelId="{F04F0CC8-4489-47A8-AC16-8AF74F02CD79}">
      <dsp:nvSpPr>
        <dsp:cNvPr id="0" name=""/>
        <dsp:cNvSpPr/>
      </dsp:nvSpPr>
      <dsp:spPr>
        <a:xfrm rot="5400000">
          <a:off x="762718" y="3294761"/>
          <a:ext cx="406941" cy="4760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100" kern="1200"/>
        </a:p>
      </dsp:txBody>
      <dsp:txXfrm rot="-5400000">
        <a:off x="823376" y="3329312"/>
        <a:ext cx="285626" cy="284859"/>
      </dsp:txXfrm>
    </dsp:sp>
    <dsp:sp modelId="{5ED272F8-6A13-49E7-A55D-4E1056CD9251}">
      <dsp:nvSpPr>
        <dsp:cNvPr id="0" name=""/>
        <dsp:cNvSpPr/>
      </dsp:nvSpPr>
      <dsp:spPr>
        <a:xfrm>
          <a:off x="6422" y="3928207"/>
          <a:ext cx="1919533" cy="1151720"/>
        </a:xfrm>
        <a:prstGeom prst="roundRect">
          <a:avLst>
            <a:gd name="adj" fmla="val 10000"/>
          </a:avLst>
        </a:prstGeom>
        <a:solidFill>
          <a:srgbClr val="2E306B"/>
        </a:solidFill>
        <a:ln w="15875" cap="flat" cmpd="sng" algn="ctr">
          <a:solidFill>
            <a:schemeClr val="bg1">
              <a:lumMod val="8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 dirty="0"/>
            <a:t>Entrega formal del informe al destinatario</a:t>
          </a:r>
        </a:p>
      </dsp:txBody>
      <dsp:txXfrm>
        <a:off x="40155" y="3961940"/>
        <a:ext cx="1852067" cy="10842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8B340-4CD1-42A5-80F2-402594D02EA2}">
      <dsp:nvSpPr>
        <dsp:cNvPr id="0" name=""/>
        <dsp:cNvSpPr/>
      </dsp:nvSpPr>
      <dsp:spPr>
        <a:xfrm>
          <a:off x="8134176" y="1785012"/>
          <a:ext cx="254158" cy="1698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8977"/>
              </a:lnTo>
              <a:lnTo>
                <a:pt x="254158" y="1698977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BCE8E-EEAF-42FD-92F3-C88665700959}">
      <dsp:nvSpPr>
        <dsp:cNvPr id="0" name=""/>
        <dsp:cNvSpPr/>
      </dsp:nvSpPr>
      <dsp:spPr>
        <a:xfrm>
          <a:off x="8134176" y="1785012"/>
          <a:ext cx="254158" cy="667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973"/>
              </a:lnTo>
              <a:lnTo>
                <a:pt x="254158" y="66797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16EEC-FECF-4D0D-A9BA-1789EAA28579}">
      <dsp:nvSpPr>
        <dsp:cNvPr id="0" name=""/>
        <dsp:cNvSpPr/>
      </dsp:nvSpPr>
      <dsp:spPr>
        <a:xfrm>
          <a:off x="5812932" y="726448"/>
          <a:ext cx="2998999" cy="304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72"/>
              </a:lnTo>
              <a:lnTo>
                <a:pt x="2998999" y="152472"/>
              </a:lnTo>
              <a:lnTo>
                <a:pt x="2998999" y="30494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E7AE0B-69ED-45C3-B8FF-5D9CD9702B19}">
      <dsp:nvSpPr>
        <dsp:cNvPr id="0" name=""/>
        <dsp:cNvSpPr/>
      </dsp:nvSpPr>
      <dsp:spPr>
        <a:xfrm>
          <a:off x="6134843" y="1785012"/>
          <a:ext cx="254158" cy="2729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9980"/>
              </a:lnTo>
              <a:lnTo>
                <a:pt x="254158" y="2729980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4DDB9-53A0-4288-BC7A-CF623321D253}">
      <dsp:nvSpPr>
        <dsp:cNvPr id="0" name=""/>
        <dsp:cNvSpPr/>
      </dsp:nvSpPr>
      <dsp:spPr>
        <a:xfrm>
          <a:off x="6134843" y="1785012"/>
          <a:ext cx="254158" cy="1698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8977"/>
              </a:lnTo>
              <a:lnTo>
                <a:pt x="254158" y="1698977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56585-D834-4F0E-AED9-65F3185E714B}">
      <dsp:nvSpPr>
        <dsp:cNvPr id="0" name=""/>
        <dsp:cNvSpPr/>
      </dsp:nvSpPr>
      <dsp:spPr>
        <a:xfrm>
          <a:off x="6134843" y="1785012"/>
          <a:ext cx="254158" cy="667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973"/>
              </a:lnTo>
              <a:lnTo>
                <a:pt x="254158" y="66797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70E5D-E5A4-4D2A-9629-EEE4622BAF42}">
      <dsp:nvSpPr>
        <dsp:cNvPr id="0" name=""/>
        <dsp:cNvSpPr/>
      </dsp:nvSpPr>
      <dsp:spPr>
        <a:xfrm>
          <a:off x="5812932" y="726448"/>
          <a:ext cx="999666" cy="304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72"/>
              </a:lnTo>
              <a:lnTo>
                <a:pt x="999666" y="152472"/>
              </a:lnTo>
              <a:lnTo>
                <a:pt x="999666" y="30494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272261-4942-448D-BD86-6C0BB46D2C7B}">
      <dsp:nvSpPr>
        <dsp:cNvPr id="0" name=""/>
        <dsp:cNvSpPr/>
      </dsp:nvSpPr>
      <dsp:spPr>
        <a:xfrm>
          <a:off x="4135510" y="1785012"/>
          <a:ext cx="254158" cy="3760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60983"/>
              </a:lnTo>
              <a:lnTo>
                <a:pt x="254158" y="376098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60E69-1D90-400E-B965-21C33692DB1B}">
      <dsp:nvSpPr>
        <dsp:cNvPr id="0" name=""/>
        <dsp:cNvSpPr/>
      </dsp:nvSpPr>
      <dsp:spPr>
        <a:xfrm>
          <a:off x="4135510" y="1785012"/>
          <a:ext cx="254158" cy="2729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9980"/>
              </a:lnTo>
              <a:lnTo>
                <a:pt x="254158" y="2729980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43AAEC-FB0A-48F5-AC4B-6719295A8199}">
      <dsp:nvSpPr>
        <dsp:cNvPr id="0" name=""/>
        <dsp:cNvSpPr/>
      </dsp:nvSpPr>
      <dsp:spPr>
        <a:xfrm>
          <a:off x="4135510" y="1785012"/>
          <a:ext cx="254158" cy="1698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8977"/>
              </a:lnTo>
              <a:lnTo>
                <a:pt x="254158" y="1698977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4B431-14D2-4CE2-9359-803F30A696A9}">
      <dsp:nvSpPr>
        <dsp:cNvPr id="0" name=""/>
        <dsp:cNvSpPr/>
      </dsp:nvSpPr>
      <dsp:spPr>
        <a:xfrm>
          <a:off x="4135510" y="1785012"/>
          <a:ext cx="254158" cy="667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973"/>
              </a:lnTo>
              <a:lnTo>
                <a:pt x="254158" y="66797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D01CB-9179-4F9E-9CCA-9D538534EBE0}">
      <dsp:nvSpPr>
        <dsp:cNvPr id="0" name=""/>
        <dsp:cNvSpPr/>
      </dsp:nvSpPr>
      <dsp:spPr>
        <a:xfrm>
          <a:off x="4813265" y="726448"/>
          <a:ext cx="999666" cy="304944"/>
        </a:xfrm>
        <a:custGeom>
          <a:avLst/>
          <a:gdLst/>
          <a:ahLst/>
          <a:cxnLst/>
          <a:rect l="0" t="0" r="0" b="0"/>
          <a:pathLst>
            <a:path>
              <a:moveTo>
                <a:pt x="999666" y="0"/>
              </a:moveTo>
              <a:lnTo>
                <a:pt x="999666" y="152472"/>
              </a:lnTo>
              <a:lnTo>
                <a:pt x="0" y="152472"/>
              </a:lnTo>
              <a:lnTo>
                <a:pt x="0" y="30494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88E074-B0D6-4871-B5FE-DA6DD6C7CC03}">
      <dsp:nvSpPr>
        <dsp:cNvPr id="0" name=""/>
        <dsp:cNvSpPr/>
      </dsp:nvSpPr>
      <dsp:spPr>
        <a:xfrm>
          <a:off x="2136177" y="1785012"/>
          <a:ext cx="254158" cy="3760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60983"/>
              </a:lnTo>
              <a:lnTo>
                <a:pt x="254158" y="376098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63DF2A-EB90-49EC-867C-78EE7F18E637}">
      <dsp:nvSpPr>
        <dsp:cNvPr id="0" name=""/>
        <dsp:cNvSpPr/>
      </dsp:nvSpPr>
      <dsp:spPr>
        <a:xfrm>
          <a:off x="2136177" y="1785012"/>
          <a:ext cx="254158" cy="2729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9980"/>
              </a:lnTo>
              <a:lnTo>
                <a:pt x="254158" y="2729980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7B35A7-8A9D-4476-96CE-FE516E8664A2}">
      <dsp:nvSpPr>
        <dsp:cNvPr id="0" name=""/>
        <dsp:cNvSpPr/>
      </dsp:nvSpPr>
      <dsp:spPr>
        <a:xfrm>
          <a:off x="2136177" y="1785012"/>
          <a:ext cx="254158" cy="1698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8977"/>
              </a:lnTo>
              <a:lnTo>
                <a:pt x="254158" y="1698977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D2AF4-5713-413C-917F-BC868E3F7287}">
      <dsp:nvSpPr>
        <dsp:cNvPr id="0" name=""/>
        <dsp:cNvSpPr/>
      </dsp:nvSpPr>
      <dsp:spPr>
        <a:xfrm>
          <a:off x="2136177" y="1785012"/>
          <a:ext cx="254158" cy="6679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973"/>
              </a:lnTo>
              <a:lnTo>
                <a:pt x="254158" y="667973"/>
              </a:lnTo>
            </a:path>
          </a:pathLst>
        </a:custGeom>
        <a:noFill/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F8233-49D3-426B-B911-BA3876687CD8}">
      <dsp:nvSpPr>
        <dsp:cNvPr id="0" name=""/>
        <dsp:cNvSpPr/>
      </dsp:nvSpPr>
      <dsp:spPr>
        <a:xfrm>
          <a:off x="2813932" y="726448"/>
          <a:ext cx="2998999" cy="304944"/>
        </a:xfrm>
        <a:custGeom>
          <a:avLst/>
          <a:gdLst/>
          <a:ahLst/>
          <a:cxnLst/>
          <a:rect l="0" t="0" r="0" b="0"/>
          <a:pathLst>
            <a:path>
              <a:moveTo>
                <a:pt x="2998999" y="0"/>
              </a:moveTo>
              <a:lnTo>
                <a:pt x="2998999" y="152472"/>
              </a:lnTo>
              <a:lnTo>
                <a:pt x="0" y="152472"/>
              </a:lnTo>
              <a:lnTo>
                <a:pt x="0" y="30494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9DF056-DFA1-4368-91C9-08017593EF02}">
      <dsp:nvSpPr>
        <dsp:cNvPr id="0" name=""/>
        <dsp:cNvSpPr/>
      </dsp:nvSpPr>
      <dsp:spPr>
        <a:xfrm>
          <a:off x="5086873" y="389"/>
          <a:ext cx="1452117" cy="726058"/>
        </a:xfrm>
        <a:prstGeom prst="rect">
          <a:avLst/>
        </a:prstGeom>
        <a:solidFill>
          <a:srgbClr val="2E306B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Observatorio</a:t>
          </a:r>
          <a:endParaRPr lang="es-ES" sz="900" b="1" kern="1200" dirty="0"/>
        </a:p>
      </dsp:txBody>
      <dsp:txXfrm>
        <a:off x="5086873" y="389"/>
        <a:ext cx="1452117" cy="726058"/>
      </dsp:txXfrm>
    </dsp:sp>
    <dsp:sp modelId="{AD5A6FE3-08F0-468A-99CB-75C3A20F0FCF}">
      <dsp:nvSpPr>
        <dsp:cNvPr id="0" name=""/>
        <dsp:cNvSpPr/>
      </dsp:nvSpPr>
      <dsp:spPr>
        <a:xfrm>
          <a:off x="1966738" y="1031393"/>
          <a:ext cx="1694388" cy="753619"/>
        </a:xfrm>
        <a:prstGeom prst="rect">
          <a:avLst/>
        </a:prstGeom>
        <a:solidFill>
          <a:srgbClr val="E6BB5B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u="sng" kern="1200" dirty="0"/>
            <a:t>Análisis y Monitoreo:</a:t>
          </a:r>
          <a:r>
            <a:rPr lang="es-CL" sz="900" b="1" kern="1200" dirty="0"/>
            <a:t> Reportes e Informes Estadísticos</a:t>
          </a:r>
          <a:endParaRPr lang="es-ES" sz="900" b="1" kern="1200" dirty="0"/>
        </a:p>
      </dsp:txBody>
      <dsp:txXfrm>
        <a:off x="1966738" y="1031393"/>
        <a:ext cx="1694388" cy="753619"/>
      </dsp:txXfrm>
    </dsp:sp>
    <dsp:sp modelId="{C7469D1B-06B4-494D-9DA5-B46E78D25CA5}">
      <dsp:nvSpPr>
        <dsp:cNvPr id="0" name=""/>
        <dsp:cNvSpPr/>
      </dsp:nvSpPr>
      <dsp:spPr>
        <a:xfrm>
          <a:off x="2390335" y="208995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s-CL" sz="900" kern="1200" dirty="0"/>
            <a:t>Minutas e informes delictuales</a:t>
          </a:r>
          <a:endParaRPr lang="es-ES" sz="900" kern="1200" dirty="0"/>
        </a:p>
      </dsp:txBody>
      <dsp:txXfrm>
        <a:off x="2390335" y="2089957"/>
        <a:ext cx="1452117" cy="726058"/>
      </dsp:txXfrm>
    </dsp:sp>
    <dsp:sp modelId="{43567C2E-3BE3-4D66-91D0-826ED6D1F351}">
      <dsp:nvSpPr>
        <dsp:cNvPr id="0" name=""/>
        <dsp:cNvSpPr/>
      </dsp:nvSpPr>
      <dsp:spPr>
        <a:xfrm>
          <a:off x="2390335" y="3120960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/>
            <a:t>Presentaciones y rendición de cuentas</a:t>
          </a:r>
          <a:endParaRPr lang="es-ES" sz="900" kern="1200" dirty="0"/>
        </a:p>
      </dsp:txBody>
      <dsp:txXfrm>
        <a:off x="2390335" y="3120960"/>
        <a:ext cx="1452117" cy="726058"/>
      </dsp:txXfrm>
    </dsp:sp>
    <dsp:sp modelId="{2AEBB506-8D8A-422C-9C78-82CA5C762E4D}">
      <dsp:nvSpPr>
        <dsp:cNvPr id="0" name=""/>
        <dsp:cNvSpPr/>
      </dsp:nvSpPr>
      <dsp:spPr>
        <a:xfrm>
          <a:off x="2390335" y="4151964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Monitoreo de Indicadores: PMG y PCSP</a:t>
          </a:r>
        </a:p>
      </dsp:txBody>
      <dsp:txXfrm>
        <a:off x="2390335" y="4151964"/>
        <a:ext cx="1452117" cy="726058"/>
      </dsp:txXfrm>
    </dsp:sp>
    <dsp:sp modelId="{3F741DC6-8DED-4B9C-AD45-036A2C597260}">
      <dsp:nvSpPr>
        <dsp:cNvPr id="0" name=""/>
        <dsp:cNvSpPr/>
      </dsp:nvSpPr>
      <dsp:spPr>
        <a:xfrm>
          <a:off x="2390335" y="518296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/>
            <a:t>Automatización de reportes periódicos: </a:t>
          </a:r>
          <a:r>
            <a:rPr lang="es-CL" sz="900" kern="1200" dirty="0" err="1"/>
            <a:t>Contact</a:t>
          </a:r>
          <a:r>
            <a:rPr lang="es-CL" sz="900" kern="1200" dirty="0"/>
            <a:t> center, patrullajes, etc.</a:t>
          </a:r>
          <a:endParaRPr lang="es-ES" sz="900" kern="1200" dirty="0"/>
        </a:p>
      </dsp:txBody>
      <dsp:txXfrm>
        <a:off x="2390335" y="5182967"/>
        <a:ext cx="1452117" cy="726058"/>
      </dsp:txXfrm>
    </dsp:sp>
    <dsp:sp modelId="{45EBC505-F898-4B7B-8378-F6E1964F1411}">
      <dsp:nvSpPr>
        <dsp:cNvPr id="0" name=""/>
        <dsp:cNvSpPr/>
      </dsp:nvSpPr>
      <dsp:spPr>
        <a:xfrm>
          <a:off x="3966071" y="1031393"/>
          <a:ext cx="1694388" cy="753619"/>
        </a:xfrm>
        <a:prstGeom prst="rect">
          <a:avLst/>
        </a:prstGeom>
        <a:solidFill>
          <a:srgbClr val="E6BB5B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u="sng" kern="1200" dirty="0"/>
            <a:t>Orientación: </a:t>
          </a:r>
          <a:r>
            <a:rPr lang="es-CL" sz="900" b="1" kern="1200" dirty="0"/>
            <a:t>Cartas de Patrullaje</a:t>
          </a:r>
          <a:endParaRPr lang="es-ES" sz="900" b="1" kern="1200" dirty="0"/>
        </a:p>
      </dsp:txBody>
      <dsp:txXfrm>
        <a:off x="3966071" y="1031393"/>
        <a:ext cx="1694388" cy="753619"/>
      </dsp:txXfrm>
    </dsp:sp>
    <dsp:sp modelId="{E8FF426F-C1EE-4228-B8DE-99E71F9D4959}">
      <dsp:nvSpPr>
        <dsp:cNvPr id="0" name=""/>
        <dsp:cNvSpPr/>
      </dsp:nvSpPr>
      <dsp:spPr>
        <a:xfrm>
          <a:off x="4389668" y="208995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Cartas de Prevención </a:t>
          </a:r>
          <a:r>
            <a:rPr lang="es-CL" sz="900" kern="1200" dirty="0"/>
            <a:t>(Prevención de Incivilidades – Inspectores)</a:t>
          </a:r>
          <a:endParaRPr lang="es-ES" sz="900" kern="1200" dirty="0"/>
        </a:p>
      </dsp:txBody>
      <dsp:txXfrm>
        <a:off x="4389668" y="2089957"/>
        <a:ext cx="1452117" cy="726058"/>
      </dsp:txXfrm>
    </dsp:sp>
    <dsp:sp modelId="{069696F0-BF86-470A-B214-4F47DB1CAB6E}">
      <dsp:nvSpPr>
        <dsp:cNvPr id="0" name=""/>
        <dsp:cNvSpPr/>
      </dsp:nvSpPr>
      <dsp:spPr>
        <a:xfrm>
          <a:off x="4389668" y="3120960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Cartas de Fiscalización </a:t>
          </a:r>
          <a:r>
            <a:rPr lang="es-CL" sz="900" kern="1200" dirty="0"/>
            <a:t>(Patentes de Alcohol – Inspectores)</a:t>
          </a:r>
        </a:p>
      </dsp:txBody>
      <dsp:txXfrm>
        <a:off x="4389668" y="3120960"/>
        <a:ext cx="1452117" cy="726058"/>
      </dsp:txXfrm>
    </dsp:sp>
    <dsp:sp modelId="{9C5C44D2-F9D0-44AB-977A-FA596609A0C7}">
      <dsp:nvSpPr>
        <dsp:cNvPr id="0" name=""/>
        <dsp:cNvSpPr/>
      </dsp:nvSpPr>
      <dsp:spPr>
        <a:xfrm>
          <a:off x="4389668" y="4151964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Cartas de Situación </a:t>
          </a:r>
          <a:r>
            <a:rPr lang="es-CL" sz="900" kern="1200" dirty="0"/>
            <a:t>(Patrullajes Preventivos Focalizados en Segmentos de Calle – Patrulleros y Motoristas)</a:t>
          </a:r>
        </a:p>
      </dsp:txBody>
      <dsp:txXfrm>
        <a:off x="4389668" y="4151964"/>
        <a:ext cx="1452117" cy="726058"/>
      </dsp:txXfrm>
    </dsp:sp>
    <dsp:sp modelId="{BDD54F4F-8740-4C74-ABE2-8345C227207F}">
      <dsp:nvSpPr>
        <dsp:cNvPr id="0" name=""/>
        <dsp:cNvSpPr/>
      </dsp:nvSpPr>
      <dsp:spPr>
        <a:xfrm>
          <a:off x="4389668" y="518296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Cartas de Patrullaje General </a:t>
          </a:r>
          <a:r>
            <a:rPr lang="es-CL" sz="900" kern="1200" dirty="0"/>
            <a:t>(Patrullajes en polígonos respecto a problemáticas emergentes o contingentes – Patrulleros y Motoristas)</a:t>
          </a:r>
        </a:p>
      </dsp:txBody>
      <dsp:txXfrm>
        <a:off x="4389668" y="5182967"/>
        <a:ext cx="1452117" cy="726058"/>
      </dsp:txXfrm>
    </dsp:sp>
    <dsp:sp modelId="{CC1D5A5D-31E4-46DF-A9A5-768A3B9DCD54}">
      <dsp:nvSpPr>
        <dsp:cNvPr id="0" name=""/>
        <dsp:cNvSpPr/>
      </dsp:nvSpPr>
      <dsp:spPr>
        <a:xfrm>
          <a:off x="5965404" y="1031393"/>
          <a:ext cx="1694388" cy="753619"/>
        </a:xfrm>
        <a:prstGeom prst="rect">
          <a:avLst/>
        </a:prstGeom>
        <a:solidFill>
          <a:srgbClr val="E6BB5B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u="sng" kern="1200" dirty="0"/>
            <a:t>Implementación:</a:t>
          </a:r>
          <a:r>
            <a:rPr lang="es-CL" sz="900" b="1" kern="1200" dirty="0"/>
            <a:t> Proyectos y Planes Basados en Información</a:t>
          </a:r>
          <a:endParaRPr lang="es-ES" sz="900" b="1" kern="1200" dirty="0"/>
        </a:p>
      </dsp:txBody>
      <dsp:txXfrm>
        <a:off x="5965404" y="1031393"/>
        <a:ext cx="1694388" cy="753619"/>
      </dsp:txXfrm>
    </dsp:sp>
    <dsp:sp modelId="{5E6A699D-B233-4872-AE00-B7E418E3053A}">
      <dsp:nvSpPr>
        <dsp:cNvPr id="0" name=""/>
        <dsp:cNvSpPr/>
      </dsp:nvSpPr>
      <dsp:spPr>
        <a:xfrm>
          <a:off x="6389002" y="208995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/>
            <a:t>Software de gestión de casos</a:t>
          </a:r>
          <a:endParaRPr lang="es-ES" sz="900" kern="1200" dirty="0"/>
        </a:p>
      </dsp:txBody>
      <dsp:txXfrm>
        <a:off x="6389002" y="2089957"/>
        <a:ext cx="1452117" cy="726058"/>
      </dsp:txXfrm>
    </dsp:sp>
    <dsp:sp modelId="{26052BC7-8B7F-4793-A243-301E19CE71C6}">
      <dsp:nvSpPr>
        <dsp:cNvPr id="0" name=""/>
        <dsp:cNvSpPr/>
      </dsp:nvSpPr>
      <dsp:spPr>
        <a:xfrm>
          <a:off x="6389002" y="3120960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PCSP</a:t>
          </a:r>
        </a:p>
      </dsp:txBody>
      <dsp:txXfrm>
        <a:off x="6389002" y="3120960"/>
        <a:ext cx="1452117" cy="726058"/>
      </dsp:txXfrm>
    </dsp:sp>
    <dsp:sp modelId="{F1B35417-3B3D-4F9A-BDDC-EEC634964B0D}">
      <dsp:nvSpPr>
        <dsp:cNvPr id="0" name=""/>
        <dsp:cNvSpPr/>
      </dsp:nvSpPr>
      <dsp:spPr>
        <a:xfrm>
          <a:off x="6389002" y="4151964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Otros Proyectos*</a:t>
          </a:r>
          <a:endParaRPr lang="es-ES" sz="900" kern="1200" dirty="0"/>
        </a:p>
      </dsp:txBody>
      <dsp:txXfrm>
        <a:off x="6389002" y="4151964"/>
        <a:ext cx="1452117" cy="726058"/>
      </dsp:txXfrm>
    </dsp:sp>
    <dsp:sp modelId="{ED231098-89CF-4766-9471-2384EC99C598}">
      <dsp:nvSpPr>
        <dsp:cNvPr id="0" name=""/>
        <dsp:cNvSpPr/>
      </dsp:nvSpPr>
      <dsp:spPr>
        <a:xfrm>
          <a:off x="7964738" y="1031393"/>
          <a:ext cx="1694388" cy="753619"/>
        </a:xfrm>
        <a:prstGeom prst="rect">
          <a:avLst/>
        </a:prstGeom>
        <a:solidFill>
          <a:srgbClr val="E6BB5B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b="1" kern="1200" dirty="0"/>
            <a:t>Evaluación e Investigación Aplicada*</a:t>
          </a:r>
          <a:endParaRPr lang="es-ES" sz="900" b="1" kern="1200" dirty="0"/>
        </a:p>
      </dsp:txBody>
      <dsp:txXfrm>
        <a:off x="7964738" y="1031393"/>
        <a:ext cx="1694388" cy="753619"/>
      </dsp:txXfrm>
    </dsp:sp>
    <dsp:sp modelId="{AF45195D-19FE-4D06-A802-36969F6987F6}">
      <dsp:nvSpPr>
        <dsp:cNvPr id="0" name=""/>
        <dsp:cNvSpPr/>
      </dsp:nvSpPr>
      <dsp:spPr>
        <a:xfrm>
          <a:off x="8388335" y="2089957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/>
            <a:t>Evaluación Patrullaje Preventivo Focalizado Municipal</a:t>
          </a:r>
          <a:endParaRPr lang="es-ES" sz="900" kern="1200" dirty="0"/>
        </a:p>
      </dsp:txBody>
      <dsp:txXfrm>
        <a:off x="8388335" y="2089957"/>
        <a:ext cx="1452117" cy="726058"/>
      </dsp:txXfrm>
    </dsp:sp>
    <dsp:sp modelId="{523FF8F9-F3AD-4E5A-818C-EFF8E6BA628D}">
      <dsp:nvSpPr>
        <dsp:cNvPr id="0" name=""/>
        <dsp:cNvSpPr/>
      </dsp:nvSpPr>
      <dsp:spPr>
        <a:xfrm>
          <a:off x="8388335" y="3120960"/>
          <a:ext cx="1452117" cy="726058"/>
        </a:xfrm>
        <a:prstGeom prst="rect">
          <a:avLst/>
        </a:prstGeom>
        <a:solidFill>
          <a:srgbClr val="CB767A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/>
            <a:t>Evolución Incivilidades </a:t>
          </a:r>
          <a:endParaRPr lang="es-ES" sz="900" kern="1200" dirty="0"/>
        </a:p>
      </dsp:txBody>
      <dsp:txXfrm>
        <a:off x="8388335" y="3120960"/>
        <a:ext cx="1452117" cy="726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BA02B-36F5-4DAA-97B6-5C2ED82E8A36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88DE8-2192-449E-9AE4-26626D78CBC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361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88DE8-2192-449E-9AE4-26626D78CBC0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172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2080" y="1795379"/>
            <a:ext cx="10058400" cy="1989444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6E9C0D5-98B2-EA7B-614F-ABFB6711FF68}"/>
              </a:ext>
            </a:extLst>
          </p:cNvPr>
          <p:cNvCxnSpPr/>
          <p:nvPr userDrawn="1"/>
        </p:nvCxnSpPr>
        <p:spPr>
          <a:xfrm>
            <a:off x="932080" y="3993544"/>
            <a:ext cx="101429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FE83D61-9BD9-9E9C-1FB0-E1FE04A374A5}"/>
              </a:ext>
            </a:extLst>
          </p:cNvPr>
          <p:cNvCxnSpPr/>
          <p:nvPr userDrawn="1"/>
        </p:nvCxnSpPr>
        <p:spPr>
          <a:xfrm>
            <a:off x="889824" y="1679054"/>
            <a:ext cx="101429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62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31234" y="33477"/>
            <a:ext cx="10058400" cy="560777"/>
          </a:xfrm>
        </p:spPr>
        <p:txBody>
          <a:bodyPr>
            <a:noAutofit/>
          </a:bodyPr>
          <a:lstStyle>
            <a:lvl1pPr marL="0" algn="ctr">
              <a:defRPr sz="3600"/>
            </a:lvl1pPr>
          </a:lstStyle>
          <a:p>
            <a:r>
              <a:rPr lang="es-ES" dirty="0"/>
              <a:t>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03759"/>
            <a:ext cx="10058400" cy="4650482"/>
          </a:xfrm>
        </p:spPr>
        <p:txBody>
          <a:bodyPr/>
          <a:lstStyle>
            <a:lvl1pPr marL="342900" indent="-342900">
              <a:buClr>
                <a:srgbClr val="CB767A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rgbClr val="CB767A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rgbClr val="CB767A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rgbClr val="CB767A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rgbClr val="CB767A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328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6590581"/>
            <a:ext cx="12188825" cy="26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BEC65F9-21A0-038C-2059-05F539511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888" y="1"/>
            <a:ext cx="844952" cy="8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4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745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753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923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79290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  <p:pic>
        <p:nvPicPr>
          <p:cNvPr id="2" name="Imagen 1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DF7DB7E8-30B5-9C2F-458D-86AA448875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888" y="1"/>
            <a:ext cx="844952" cy="8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4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C4B73-E5F5-9482-29F5-0D24B366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CE3287-745F-0D6F-0A08-416A5D60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C5EB8A-547A-9E41-64FF-9634B6AE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FEB655-8EDB-F794-AF4C-A80BBCF1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558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  <p:pic>
        <p:nvPicPr>
          <p:cNvPr id="10" name="Imagen 9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5566F0EC-93A8-DCF0-9B48-E80C6B12FC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888" y="1"/>
            <a:ext cx="844952" cy="844952"/>
          </a:xfrm>
          <a:prstGeom prst="rect">
            <a:avLst/>
          </a:prstGeom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8546D598-BAA0-14CB-369B-33D58C9502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01" y="1"/>
            <a:ext cx="2019241" cy="84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8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69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2050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58AC-3798-4BC9-8D59-114728DCAFFF}" type="datetimeFigureOut">
              <a:rPr lang="es-CL" smtClean="0"/>
              <a:t>29-04-2026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94B0-21FB-4B97-9BB0-E4DC7DC036E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799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715396"/>
            <a:ext cx="12192001" cy="166602"/>
          </a:xfrm>
          <a:prstGeom prst="rect">
            <a:avLst/>
          </a:prstGeom>
          <a:solidFill>
            <a:srgbClr val="2E30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708864"/>
            <a:ext cx="2472271" cy="16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fld id="{A39F58AC-3798-4BC9-8D59-114728DCAFFF}" type="datetimeFigureOut">
              <a:rPr lang="es-CL" smtClean="0"/>
              <a:pPr/>
              <a:t>29-04-2026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435" y="6701716"/>
            <a:ext cx="4822804" cy="171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28167" y="6737995"/>
            <a:ext cx="1312025" cy="1440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fld id="{5B9F94B0-21FB-4B97-9BB0-E4DC7DC036E0}" type="slidenum">
              <a:rPr lang="es-CL" smtClean="0"/>
              <a:pPr/>
              <a:t>‹Nº›</a:t>
            </a:fld>
            <a:endParaRPr lang="es-CL" dirty="0"/>
          </a:p>
        </p:txBody>
      </p:sp>
      <p:pic>
        <p:nvPicPr>
          <p:cNvPr id="8" name="Imagen 7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30944F61-89BF-3E58-1A73-4226AC7604A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904" y="1"/>
            <a:ext cx="579935" cy="579935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8CA0D000-95AD-C3CE-DD13-39861BED3014}"/>
              </a:ext>
            </a:extLst>
          </p:cNvPr>
          <p:cNvSpPr/>
          <p:nvPr userDrawn="1"/>
        </p:nvSpPr>
        <p:spPr>
          <a:xfrm flipV="1">
            <a:off x="-3163" y="6651776"/>
            <a:ext cx="12192001" cy="57088"/>
          </a:xfrm>
          <a:prstGeom prst="rect">
            <a:avLst/>
          </a:prstGeom>
          <a:solidFill>
            <a:srgbClr val="E6BB5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14" name="Imagen 13" descr="Logotipo&#10;&#10;El contenido generado por IA puede ser incorrecto.">
            <a:extLst>
              <a:ext uri="{FF2B5EF4-FFF2-40B4-BE49-F238E27FC236}">
                <a16:creationId xmlns:a16="http://schemas.microsoft.com/office/drawing/2014/main" id="{CBA55EE2-292B-ED19-5932-17930AA9291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12025" cy="6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9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6" r:id="rId8"/>
    <p:sldLayoutId id="2147483692" r:id="rId9"/>
    <p:sldLayoutId id="2147483693" r:id="rId10"/>
    <p:sldLayoutId id="2147483694" r:id="rId11"/>
    <p:sldLayoutId id="214748369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ptos ExtraBold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ptos" panose="020B0004020202020204" pitchFamily="34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B767A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ptos" panose="020B0004020202020204" pitchFamily="34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B767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ptos" panose="020B0004020202020204" pitchFamily="34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B767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ptos" panose="020B0004020202020204" pitchFamily="34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B767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ptos" panose="020B0004020202020204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8E430-A42A-0347-F9D0-EDB28E22A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553" y="1986299"/>
            <a:ext cx="11132289" cy="1462004"/>
          </a:xfrm>
        </p:spPr>
        <p:txBody>
          <a:bodyPr>
            <a:normAutofit/>
          </a:bodyPr>
          <a:lstStyle/>
          <a:p>
            <a:pPr algn="ctr"/>
            <a:r>
              <a:rPr lang="es-MX" sz="4800" dirty="0"/>
              <a:t>Traspaso de Funciones &amp;</a:t>
            </a:r>
            <a:br>
              <a:rPr lang="es-MX" sz="4800" dirty="0"/>
            </a:br>
            <a:r>
              <a:rPr lang="es-MX" sz="4800" dirty="0"/>
              <a:t>Planificación Estratégica</a:t>
            </a:r>
            <a:endParaRPr lang="es-CL" sz="7200" b="1" dirty="0">
              <a:solidFill>
                <a:srgbClr val="00206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B31573-E30D-CA54-6704-7EB6B6ABD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573" y="6163733"/>
            <a:ext cx="10432427" cy="406400"/>
          </a:xfrm>
        </p:spPr>
        <p:txBody>
          <a:bodyPr>
            <a:normAutofit/>
          </a:bodyPr>
          <a:lstStyle/>
          <a:p>
            <a:pPr algn="r"/>
            <a:r>
              <a:rPr lang="es-MX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10 de Abril de 2026</a:t>
            </a:r>
            <a:endParaRPr lang="es-CL" sz="2000" b="1" dirty="0">
              <a:solidFill>
                <a:schemeClr val="tx1">
                  <a:lumMod val="75000"/>
                  <a:lumOff val="25000"/>
                </a:schemeClr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A74110A-2EE9-B45F-F24B-7F0BFF06CF41}"/>
              </a:ext>
            </a:extLst>
          </p:cNvPr>
          <p:cNvSpPr txBox="1">
            <a:spLocks/>
          </p:cNvSpPr>
          <p:nvPr/>
        </p:nvSpPr>
        <p:spPr>
          <a:xfrm>
            <a:off x="67733" y="4162730"/>
            <a:ext cx="11132289" cy="55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algn="ctr"/>
            <a:r>
              <a:rPr lang="es-MX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Área de Prevención y Programas</a:t>
            </a:r>
          </a:p>
          <a:p>
            <a:pPr algn="ctr"/>
            <a:r>
              <a:rPr lang="es-MX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Dirección de Seguridad Pública</a:t>
            </a:r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F8D3A1FC-3356-C434-4FCB-6FF515CCB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777" y="5161656"/>
            <a:ext cx="2108200" cy="7429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2843BFD-A347-8C7B-475C-36D7F510AE12}"/>
              </a:ext>
            </a:extLst>
          </p:cNvPr>
          <p:cNvSpPr txBox="1"/>
          <p:nvPr/>
        </p:nvSpPr>
        <p:spPr>
          <a:xfrm>
            <a:off x="4741653" y="6040136"/>
            <a:ext cx="1784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Gabriel Duarte Z.</a:t>
            </a:r>
            <a:endParaRPr lang="es-CL" sz="1400" b="1" dirty="0"/>
          </a:p>
        </p:txBody>
      </p:sp>
    </p:spTree>
    <p:extLst>
      <p:ext uri="{BB962C8B-B14F-4D97-AF65-F5344CB8AC3E}">
        <p14:creationId xmlns:p14="http://schemas.microsoft.com/office/powerpoint/2010/main" val="368126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3FFA-BDF8-AA6E-F522-C0E1883B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9ACDB-F5B6-5ABB-71FD-CD859D6B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Funcional del Área</a:t>
            </a:r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BCE0339-63E3-D8D6-27B2-40F9A753C7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7831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8E89-A084-CBFF-C883-594F591E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76174-804E-825E-096E-AB317D7B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Informes de Seguridad</a:t>
            </a:r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71E017A-BA4F-739C-5AB6-A264FED1C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296336"/>
              </p:ext>
            </p:extLst>
          </p:nvPr>
        </p:nvGraphicFramePr>
        <p:xfrm>
          <a:off x="2666777" y="844465"/>
          <a:ext cx="7307072" cy="5169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4B5D7D1E-88E3-4DF0-B4B3-64E589127D1F}"/>
              </a:ext>
            </a:extLst>
          </p:cNvPr>
          <p:cNvGrpSpPr/>
          <p:nvPr/>
        </p:nvGrpSpPr>
        <p:grpSpPr>
          <a:xfrm>
            <a:off x="85220" y="2803921"/>
            <a:ext cx="2083593" cy="1250156"/>
            <a:chOff x="105171" y="4167849"/>
            <a:chExt cx="2083593" cy="1250156"/>
          </a:xfrm>
          <a:solidFill>
            <a:srgbClr val="CB767A"/>
          </a:soli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AFD3889-CCFE-8E0B-43B0-C87A171C1A89}"/>
                </a:ext>
              </a:extLst>
            </p:cNvPr>
            <p:cNvSpPr/>
            <p:nvPr/>
          </p:nvSpPr>
          <p:spPr>
            <a:xfrm>
              <a:off x="105171" y="4167849"/>
              <a:ext cx="2083593" cy="125015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9" name="Rectángulo: esquinas redondeadas 4">
              <a:extLst>
                <a:ext uri="{FF2B5EF4-FFF2-40B4-BE49-F238E27FC236}">
                  <a16:creationId xmlns:a16="http://schemas.microsoft.com/office/drawing/2014/main" id="{EB1BEBFC-6272-34AF-9E19-C5FA2D12CCCD}"/>
                </a:ext>
              </a:extLst>
            </p:cNvPr>
            <p:cNvSpPr txBox="1"/>
            <p:nvPr/>
          </p:nvSpPr>
          <p:spPr>
            <a:xfrm>
              <a:off x="141787" y="4204465"/>
              <a:ext cx="2010361" cy="117692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CL" dirty="0"/>
                <a:t>Retroalimentación</a:t>
              </a:r>
              <a:endParaRPr lang="es-CL" sz="1800" kern="1200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42E59A0E-F541-AD12-D2F0-CEDC65A4C614}"/>
              </a:ext>
            </a:extLst>
          </p:cNvPr>
          <p:cNvGrpSpPr/>
          <p:nvPr/>
        </p:nvGrpSpPr>
        <p:grpSpPr>
          <a:xfrm rot="5400000">
            <a:off x="2195305" y="3225529"/>
            <a:ext cx="476044" cy="406941"/>
            <a:chOff x="728167" y="3329312"/>
            <a:chExt cx="476044" cy="406941"/>
          </a:xfrm>
          <a:solidFill>
            <a:srgbClr val="CB767A"/>
          </a:solidFill>
        </p:grpSpPr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547015EF-E96E-7461-1D17-02F61BB9CE7B}"/>
                </a:ext>
              </a:extLst>
            </p:cNvPr>
            <p:cNvSpPr/>
            <p:nvPr/>
          </p:nvSpPr>
          <p:spPr>
            <a:xfrm rot="5400000">
              <a:off x="762718" y="3294761"/>
              <a:ext cx="406941" cy="476044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2" name="Flecha: a la derecha 4">
              <a:extLst>
                <a:ext uri="{FF2B5EF4-FFF2-40B4-BE49-F238E27FC236}">
                  <a16:creationId xmlns:a16="http://schemas.microsoft.com/office/drawing/2014/main" id="{3AF0131A-86E7-264A-60A1-A15883299592}"/>
                </a:ext>
              </a:extLst>
            </p:cNvPr>
            <p:cNvSpPr txBox="1"/>
            <p:nvPr/>
          </p:nvSpPr>
          <p:spPr>
            <a:xfrm>
              <a:off x="823376" y="3329312"/>
              <a:ext cx="285626" cy="2848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CL" sz="1300" kern="1200"/>
            </a:p>
          </p:txBody>
        </p:sp>
      </p:grp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CBD544F-090F-7DA6-DDC6-AF6882C47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32" y="4846320"/>
            <a:ext cx="6382512" cy="1563729"/>
          </a:xfrm>
          <a:ln w="19050">
            <a:solidFill>
              <a:schemeClr val="tx1"/>
            </a:solidFill>
            <a:prstDash val="sysDash"/>
          </a:ln>
        </p:spPr>
        <p:txBody>
          <a:bodyPr rIns="360000">
            <a:normAutofit/>
          </a:bodyPr>
          <a:lstStyle/>
          <a:p>
            <a:pPr marL="0" indent="0" algn="just">
              <a:buNone/>
            </a:pPr>
            <a:r>
              <a:rPr lang="es-ES" sz="1400" b="1" dirty="0"/>
              <a:t>	Aspectos a considerar:</a:t>
            </a:r>
          </a:p>
          <a:p>
            <a:pPr lvl="1" algn="just"/>
            <a:r>
              <a:rPr lang="es-ES" sz="1200" dirty="0"/>
              <a:t>Definir si se debe realizar visitas de </a:t>
            </a:r>
            <a:r>
              <a:rPr lang="es-ES" sz="1200" b="1" dirty="0"/>
              <a:t>día, noche o ambas.</a:t>
            </a:r>
          </a:p>
          <a:p>
            <a:pPr lvl="1" algn="just"/>
            <a:r>
              <a:rPr lang="es-ES" sz="1200" dirty="0"/>
              <a:t>Definir si el análisis debe hacerse sobre el </a:t>
            </a:r>
            <a:r>
              <a:rPr lang="es-ES" sz="1200" b="1" dirty="0"/>
              <a:t>punto especifico </a:t>
            </a:r>
            <a:r>
              <a:rPr lang="es-ES" sz="1200" dirty="0"/>
              <a:t>o el </a:t>
            </a:r>
            <a:r>
              <a:rPr lang="es-ES" sz="1200" b="1" dirty="0"/>
              <a:t>entorno</a:t>
            </a:r>
            <a:r>
              <a:rPr lang="es-ES" sz="1200" dirty="0"/>
              <a:t> contiguo.</a:t>
            </a:r>
            <a:endParaRPr lang="es-ES" sz="1200" b="1" dirty="0"/>
          </a:p>
          <a:p>
            <a:pPr lvl="1" algn="just"/>
            <a:r>
              <a:rPr lang="es-ES" sz="1200" dirty="0"/>
              <a:t>Identificar si el destinario final es </a:t>
            </a:r>
            <a:r>
              <a:rPr lang="es-ES" sz="1200" b="1" dirty="0"/>
              <a:t>interno o externo: </a:t>
            </a:r>
            <a:r>
              <a:rPr lang="es-ES" sz="1200" dirty="0"/>
              <a:t>Si es externo, se sugiere </a:t>
            </a:r>
            <a:r>
              <a:rPr lang="es-ES" sz="1200" b="1" dirty="0">
                <a:solidFill>
                  <a:srgbClr val="C00000"/>
                </a:solidFill>
              </a:rPr>
              <a:t>NO</a:t>
            </a:r>
            <a:r>
              <a:rPr lang="es-ES" sz="1200" dirty="0"/>
              <a:t> incorporar estadísticas delictuales muy detalladas, además de ser cuidadoso con el lenguaje para no propiciar una sobredimensión de la problemática delictual.</a:t>
            </a:r>
          </a:p>
          <a:p>
            <a:pPr marL="0" indent="0" algn="just">
              <a:buNone/>
            </a:pPr>
            <a:endParaRPr lang="es-CL" sz="1200" dirty="0"/>
          </a:p>
          <a:p>
            <a:pPr marL="0" indent="0" algn="just">
              <a:buNone/>
            </a:pPr>
            <a:endParaRPr lang="es-ES" sz="1200" dirty="0"/>
          </a:p>
        </p:txBody>
      </p:sp>
      <p:sp>
        <p:nvSpPr>
          <p:cNvPr id="13" name="Flecha: en U 12">
            <a:extLst>
              <a:ext uri="{FF2B5EF4-FFF2-40B4-BE49-F238E27FC236}">
                <a16:creationId xmlns:a16="http://schemas.microsoft.com/office/drawing/2014/main" id="{ED962427-3F91-9A4E-B7E9-3BDD433452E0}"/>
              </a:ext>
            </a:extLst>
          </p:cNvPr>
          <p:cNvSpPr/>
          <p:nvPr/>
        </p:nvSpPr>
        <p:spPr>
          <a:xfrm>
            <a:off x="1042416" y="2355384"/>
            <a:ext cx="5312664" cy="448538"/>
          </a:xfrm>
          <a:prstGeom prst="uturnArrow">
            <a:avLst/>
          </a:prstGeom>
          <a:solidFill>
            <a:srgbClr val="CB767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74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CFCB-2692-FD4B-5984-CF1AD26C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3FD8E-988F-B3F0-E41B-EF311C73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Productos y Actividades Estratégicas</a:t>
            </a:r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66043C6-4ED2-2F07-A45F-6909E1AF0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924825"/>
              </p:ext>
            </p:extLst>
          </p:nvPr>
        </p:nvGraphicFramePr>
        <p:xfrm>
          <a:off x="274319" y="474292"/>
          <a:ext cx="11807191" cy="59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686AC8AE-5B03-A69B-3D94-FDC5E839C1C4}"/>
              </a:ext>
            </a:extLst>
          </p:cNvPr>
          <p:cNvSpPr txBox="1">
            <a:spLocks/>
          </p:cNvSpPr>
          <p:nvPr/>
        </p:nvSpPr>
        <p:spPr>
          <a:xfrm>
            <a:off x="7252518" y="6191086"/>
            <a:ext cx="4939482" cy="3852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 ExtraBold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L" sz="1400" dirty="0"/>
              <a:t>*Deseable, sujeto a carga laboral y disponibilidad de equipo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799803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10337</TotalTime>
  <Words>304</Words>
  <Application>Microsoft Office PowerPoint</Application>
  <PresentationFormat>Panorámica</PresentationFormat>
  <Paragraphs>42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ExtraBold</vt:lpstr>
      <vt:lpstr>Arial</vt:lpstr>
      <vt:lpstr>Calibri</vt:lpstr>
      <vt:lpstr>Courier New</vt:lpstr>
      <vt:lpstr>Open Sans</vt:lpstr>
      <vt:lpstr>Open Sans ExtraBold</vt:lpstr>
      <vt:lpstr>Open Sans Light</vt:lpstr>
      <vt:lpstr>Open Sans SemiBold</vt:lpstr>
      <vt:lpstr>Retrospección</vt:lpstr>
      <vt:lpstr>Traspaso de Funciones &amp; Planificación Estratégica</vt:lpstr>
      <vt:lpstr>Estructura Funcional del Área</vt:lpstr>
      <vt:lpstr>Informes de Seguridad</vt:lpstr>
      <vt:lpstr>Productos y Actividades Estratégicas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Ignacia Zalaquett</dc:creator>
  <cp:lastModifiedBy>Gabriel Duarte</cp:lastModifiedBy>
  <cp:revision>3</cp:revision>
  <dcterms:created xsi:type="dcterms:W3CDTF">2025-03-31T13:31:46Z</dcterms:created>
  <dcterms:modified xsi:type="dcterms:W3CDTF">2026-04-30T01:13:44Z</dcterms:modified>
</cp:coreProperties>
</file>